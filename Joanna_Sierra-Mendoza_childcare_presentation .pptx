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handoutMasterIdLst>
    <p:handoutMasterId r:id="rId12"/>
  </p:handoutMasterIdLst>
  <p:sldIdLst>
    <p:sldId id="257" r:id="rId2"/>
    <p:sldId id="300" r:id="rId3"/>
    <p:sldId id="266" r:id="rId4"/>
    <p:sldId id="273" r:id="rId5"/>
    <p:sldId id="289" r:id="rId6"/>
    <p:sldId id="293" r:id="rId7"/>
    <p:sldId id="301" r:id="rId8"/>
    <p:sldId id="302" r:id="rId9"/>
    <p:sldId id="298"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BC496C4-0A6C-4044-9839-BD54FA8E4DD9}" v="28" dt="2025-10-20T03:28:25.07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2" autoAdjust="0"/>
    <p:restoredTop sz="93810" autoAdjust="0"/>
  </p:normalViewPr>
  <p:slideViewPr>
    <p:cSldViewPr snapToGrid="0" showGuides="1">
      <p:cViewPr varScale="1">
        <p:scale>
          <a:sx n="110" d="100"/>
          <a:sy n="110" d="100"/>
        </p:scale>
        <p:origin x="114" y="1146"/>
      </p:cViewPr>
      <p:guideLst>
        <p:guide orient="horz" pos="2160"/>
        <p:guide pos="3840"/>
      </p:guideLst>
    </p:cSldViewPr>
  </p:slideViewPr>
  <p:outlineViewPr>
    <p:cViewPr>
      <p:scale>
        <a:sx n="33" d="100"/>
        <a:sy n="33" d="100"/>
      </p:scale>
      <p:origin x="0" y="-12492"/>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60" d="100"/>
          <a:sy n="60" d="100"/>
        </p:scale>
        <p:origin x="3187" y="3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handoutMaster" Target="handoutMasters/handout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anna Sierra-Mendoza" userId="8bc41486-e0c6-4f4d-a2a1-2332377045ea" providerId="ADAL" clId="{1553E09D-02B1-4DBB-8277-1E9F243F51C4}"/>
    <pc:docChg chg="undo redo custSel addSld delSld modSld sldOrd">
      <pc:chgData name="Joanna Sierra-Mendoza" userId="8bc41486-e0c6-4f4d-a2a1-2332377045ea" providerId="ADAL" clId="{1553E09D-02B1-4DBB-8277-1E9F243F51C4}" dt="2025-10-20T03:30:31.720" v="6000" actId="20577"/>
      <pc:docMkLst>
        <pc:docMk/>
      </pc:docMkLst>
      <pc:sldChg chg="addSp delSp modSp mod modClrScheme chgLayout">
        <pc:chgData name="Joanna Sierra-Mendoza" userId="8bc41486-e0c6-4f4d-a2a1-2332377045ea" providerId="ADAL" clId="{1553E09D-02B1-4DBB-8277-1E9F243F51C4}" dt="2025-10-20T03:30:31.720" v="6000" actId="20577"/>
        <pc:sldMkLst>
          <pc:docMk/>
          <pc:sldMk cId="1495496538" sldId="257"/>
        </pc:sldMkLst>
        <pc:spChg chg="mod">
          <ac:chgData name="Joanna Sierra-Mendoza" userId="8bc41486-e0c6-4f4d-a2a1-2332377045ea" providerId="ADAL" clId="{1553E09D-02B1-4DBB-8277-1E9F243F51C4}" dt="2025-10-20T03:30:31.720" v="6000" actId="20577"/>
          <ac:spMkLst>
            <pc:docMk/>
            <pc:sldMk cId="1495496538" sldId="257"/>
            <ac:spMk id="3" creationId="{3D71C9CD-CAE8-4AC8-936D-333769D479E5}"/>
          </ac:spMkLst>
        </pc:spChg>
        <pc:spChg chg="mod">
          <ac:chgData name="Joanna Sierra-Mendoza" userId="8bc41486-e0c6-4f4d-a2a1-2332377045ea" providerId="ADAL" clId="{1553E09D-02B1-4DBB-8277-1E9F243F51C4}" dt="2025-10-20T00:18:03.336" v="87" actId="1076"/>
          <ac:spMkLst>
            <pc:docMk/>
            <pc:sldMk cId="1495496538" sldId="257"/>
            <ac:spMk id="4" creationId="{C6D24F99-E026-485A-96CD-AEC98137262A}"/>
          </ac:spMkLst>
        </pc:spChg>
        <pc:spChg chg="add del mod">
          <ac:chgData name="Joanna Sierra-Mendoza" userId="8bc41486-e0c6-4f4d-a2a1-2332377045ea" providerId="ADAL" clId="{1553E09D-02B1-4DBB-8277-1E9F243F51C4}" dt="2025-10-20T00:16:04.312" v="1" actId="931"/>
          <ac:spMkLst>
            <pc:docMk/>
            <pc:sldMk cId="1495496538" sldId="257"/>
            <ac:spMk id="5" creationId="{468A3E9E-096C-3024-E2E4-30BDA60E49F0}"/>
          </ac:spMkLst>
        </pc:spChg>
        <pc:picChg chg="del">
          <ac:chgData name="Joanna Sierra-Mendoza" userId="8bc41486-e0c6-4f4d-a2a1-2332377045ea" providerId="ADAL" clId="{1553E09D-02B1-4DBB-8277-1E9F243F51C4}" dt="2025-10-20T00:15:56.906" v="0" actId="478"/>
          <ac:picMkLst>
            <pc:docMk/>
            <pc:sldMk cId="1495496538" sldId="257"/>
            <ac:picMk id="6" creationId="{251CEBEB-5088-4E63-81A4-0DCEB5B45207}"/>
          </ac:picMkLst>
        </pc:picChg>
        <pc:picChg chg="add mod ord">
          <ac:chgData name="Joanna Sierra-Mendoza" userId="8bc41486-e0c6-4f4d-a2a1-2332377045ea" providerId="ADAL" clId="{1553E09D-02B1-4DBB-8277-1E9F243F51C4}" dt="2025-10-20T00:16:35.661" v="7" actId="26606"/>
          <ac:picMkLst>
            <pc:docMk/>
            <pc:sldMk cId="1495496538" sldId="257"/>
            <ac:picMk id="8" creationId="{A8112329-3D78-E1F8-A670-EA35CBA7E67B}"/>
          </ac:picMkLst>
        </pc:picChg>
      </pc:sldChg>
      <pc:sldChg chg="addSp delSp modSp mod modClrScheme chgLayout">
        <pc:chgData name="Joanna Sierra-Mendoza" userId="8bc41486-e0c6-4f4d-a2a1-2332377045ea" providerId="ADAL" clId="{1553E09D-02B1-4DBB-8277-1E9F243F51C4}" dt="2025-10-20T01:04:57.466" v="2002" actId="15"/>
        <pc:sldMkLst>
          <pc:docMk/>
          <pc:sldMk cId="1300311978" sldId="266"/>
        </pc:sldMkLst>
        <pc:spChg chg="add del mod">
          <ac:chgData name="Joanna Sierra-Mendoza" userId="8bc41486-e0c6-4f4d-a2a1-2332377045ea" providerId="ADAL" clId="{1553E09D-02B1-4DBB-8277-1E9F243F51C4}" dt="2025-10-20T00:27:02.864" v="770" actId="931"/>
          <ac:spMkLst>
            <pc:docMk/>
            <pc:sldMk cId="1300311978" sldId="266"/>
            <ac:spMk id="3" creationId="{C195A4C3-F615-94E6-A2FE-5D425C649877}"/>
          </ac:spMkLst>
        </pc:spChg>
        <pc:spChg chg="mod">
          <ac:chgData name="Joanna Sierra-Mendoza" userId="8bc41486-e0c6-4f4d-a2a1-2332377045ea" providerId="ADAL" clId="{1553E09D-02B1-4DBB-8277-1E9F243F51C4}" dt="2025-10-20T00:24:49.746" v="711" actId="26606"/>
          <ac:spMkLst>
            <pc:docMk/>
            <pc:sldMk cId="1300311978" sldId="266"/>
            <ac:spMk id="4" creationId="{D4C183CA-19AD-485E-AEC5-FC032D453828}"/>
          </ac:spMkLst>
        </pc:spChg>
        <pc:spChg chg="mod">
          <ac:chgData name="Joanna Sierra-Mendoza" userId="8bc41486-e0c6-4f4d-a2a1-2332377045ea" providerId="ADAL" clId="{1553E09D-02B1-4DBB-8277-1E9F243F51C4}" dt="2025-10-20T00:26:50.352" v="766" actId="20577"/>
          <ac:spMkLst>
            <pc:docMk/>
            <pc:sldMk cId="1300311978" sldId="266"/>
            <ac:spMk id="6" creationId="{DE253D32-8B7B-47D0-BB63-402C3DB9B549}"/>
          </ac:spMkLst>
        </pc:spChg>
        <pc:spChg chg="mod">
          <ac:chgData name="Joanna Sierra-Mendoza" userId="8bc41486-e0c6-4f4d-a2a1-2332377045ea" providerId="ADAL" clId="{1553E09D-02B1-4DBB-8277-1E9F243F51C4}" dt="2025-10-20T01:04:57.466" v="2002" actId="15"/>
          <ac:spMkLst>
            <pc:docMk/>
            <pc:sldMk cId="1300311978" sldId="266"/>
            <ac:spMk id="7" creationId="{1D6EB617-E017-4B26-9576-8578E948979A}"/>
          </ac:spMkLst>
        </pc:spChg>
        <pc:spChg chg="add del mod">
          <ac:chgData name="Joanna Sierra-Mendoza" userId="8bc41486-e0c6-4f4d-a2a1-2332377045ea" providerId="ADAL" clId="{1553E09D-02B1-4DBB-8277-1E9F243F51C4}" dt="2025-10-20T00:27:51.224" v="775" actId="931"/>
          <ac:spMkLst>
            <pc:docMk/>
            <pc:sldMk cId="1300311978" sldId="266"/>
            <ac:spMk id="11" creationId="{68D3DE0F-CFDF-C42A-18EE-C40347499276}"/>
          </ac:spMkLst>
        </pc:spChg>
        <pc:spChg chg="add del mod">
          <ac:chgData name="Joanna Sierra-Mendoza" userId="8bc41486-e0c6-4f4d-a2a1-2332377045ea" providerId="ADAL" clId="{1553E09D-02B1-4DBB-8277-1E9F243F51C4}" dt="2025-10-20T00:28:02.514" v="781" actId="478"/>
          <ac:spMkLst>
            <pc:docMk/>
            <pc:sldMk cId="1300311978" sldId="266"/>
            <ac:spMk id="15" creationId="{3B37F9B0-E61C-A446-AF1A-3DFF872050FF}"/>
          </ac:spMkLst>
        </pc:spChg>
        <pc:picChg chg="add del mod">
          <ac:chgData name="Joanna Sierra-Mendoza" userId="8bc41486-e0c6-4f4d-a2a1-2332377045ea" providerId="ADAL" clId="{1553E09D-02B1-4DBB-8277-1E9F243F51C4}" dt="2025-10-20T00:27:11.096" v="774" actId="478"/>
          <ac:picMkLst>
            <pc:docMk/>
            <pc:sldMk cId="1300311978" sldId="266"/>
            <ac:picMk id="8" creationId="{9DB44FBA-C843-AB41-5B88-F89BC139A7FE}"/>
          </ac:picMkLst>
        </pc:picChg>
        <pc:picChg chg="del mod">
          <ac:chgData name="Joanna Sierra-Mendoza" userId="8bc41486-e0c6-4f4d-a2a1-2332377045ea" providerId="ADAL" clId="{1553E09D-02B1-4DBB-8277-1E9F243F51C4}" dt="2025-10-20T00:26:58.665" v="769" actId="478"/>
          <ac:picMkLst>
            <pc:docMk/>
            <pc:sldMk cId="1300311978" sldId="266"/>
            <ac:picMk id="10" creationId="{618DD966-19F0-4350-AC58-AE86C210BDD3}"/>
          </ac:picMkLst>
        </pc:picChg>
        <pc:picChg chg="add del mod">
          <ac:chgData name="Joanna Sierra-Mendoza" userId="8bc41486-e0c6-4f4d-a2a1-2332377045ea" providerId="ADAL" clId="{1553E09D-02B1-4DBB-8277-1E9F243F51C4}" dt="2025-10-20T00:27:59.490" v="780" actId="478"/>
          <ac:picMkLst>
            <pc:docMk/>
            <pc:sldMk cId="1300311978" sldId="266"/>
            <ac:picMk id="13" creationId="{BFDA073D-B769-A81C-6AC6-7D7A62F7774D}"/>
          </ac:picMkLst>
        </pc:picChg>
        <pc:picChg chg="add mod ord modCrop">
          <ac:chgData name="Joanna Sierra-Mendoza" userId="8bc41486-e0c6-4f4d-a2a1-2332377045ea" providerId="ADAL" clId="{1553E09D-02B1-4DBB-8277-1E9F243F51C4}" dt="2025-10-20T00:29:17.450" v="792" actId="1076"/>
          <ac:picMkLst>
            <pc:docMk/>
            <pc:sldMk cId="1300311978" sldId="266"/>
            <ac:picMk id="17" creationId="{99138440-7D7F-9740-A877-BA062815938B}"/>
          </ac:picMkLst>
        </pc:picChg>
      </pc:sldChg>
      <pc:sldChg chg="del">
        <pc:chgData name="Joanna Sierra-Mendoza" userId="8bc41486-e0c6-4f4d-a2a1-2332377045ea" providerId="ADAL" clId="{1553E09D-02B1-4DBB-8277-1E9F243F51C4}" dt="2025-10-20T00:37:21.899" v="1491" actId="2696"/>
        <pc:sldMkLst>
          <pc:docMk/>
          <pc:sldMk cId="3462884272" sldId="272"/>
        </pc:sldMkLst>
      </pc:sldChg>
      <pc:sldChg chg="addSp delSp modSp mod modClrScheme chgLayout">
        <pc:chgData name="Joanna Sierra-Mendoza" userId="8bc41486-e0c6-4f4d-a2a1-2332377045ea" providerId="ADAL" clId="{1553E09D-02B1-4DBB-8277-1E9F243F51C4}" dt="2025-10-20T00:47:23.344" v="1904" actId="20577"/>
        <pc:sldMkLst>
          <pc:docMk/>
          <pc:sldMk cId="3242389936" sldId="273"/>
        </pc:sldMkLst>
        <pc:spChg chg="mod ord">
          <ac:chgData name="Joanna Sierra-Mendoza" userId="8bc41486-e0c6-4f4d-a2a1-2332377045ea" providerId="ADAL" clId="{1553E09D-02B1-4DBB-8277-1E9F243F51C4}" dt="2025-10-20T00:40:36.227" v="1494" actId="700"/>
          <ac:spMkLst>
            <pc:docMk/>
            <pc:sldMk cId="3242389936" sldId="273"/>
            <ac:spMk id="3" creationId="{774AF259-0EA0-486A-A345-68549DF558C8}"/>
          </ac:spMkLst>
        </pc:spChg>
        <pc:spChg chg="add del mod">
          <ac:chgData name="Joanna Sierra-Mendoza" userId="8bc41486-e0c6-4f4d-a2a1-2332377045ea" providerId="ADAL" clId="{1553E09D-02B1-4DBB-8277-1E9F243F51C4}" dt="2025-10-20T00:43:24.993" v="1571" actId="478"/>
          <ac:spMkLst>
            <pc:docMk/>
            <pc:sldMk cId="3242389936" sldId="273"/>
            <ac:spMk id="4" creationId="{62A813DB-4F6B-3025-71A6-9AA500527D03}"/>
          </ac:spMkLst>
        </pc:spChg>
        <pc:spChg chg="mod ord">
          <ac:chgData name="Joanna Sierra-Mendoza" userId="8bc41486-e0c6-4f4d-a2a1-2332377045ea" providerId="ADAL" clId="{1553E09D-02B1-4DBB-8277-1E9F243F51C4}" dt="2025-10-20T00:42:28.874" v="1569" actId="122"/>
          <ac:spMkLst>
            <pc:docMk/>
            <pc:sldMk cId="3242389936" sldId="273"/>
            <ac:spMk id="5" creationId="{9151932C-7145-4FBD-B81D-9ADC42401B87}"/>
          </ac:spMkLst>
        </pc:spChg>
        <pc:spChg chg="mod ord">
          <ac:chgData name="Joanna Sierra-Mendoza" userId="8bc41486-e0c6-4f4d-a2a1-2332377045ea" providerId="ADAL" clId="{1553E09D-02B1-4DBB-8277-1E9F243F51C4}" dt="2025-10-20T00:47:23.344" v="1904" actId="20577"/>
          <ac:spMkLst>
            <pc:docMk/>
            <pc:sldMk cId="3242389936" sldId="273"/>
            <ac:spMk id="6" creationId="{33DA7B46-E592-40C7-91D7-A26B47A30C67}"/>
          </ac:spMkLst>
        </pc:spChg>
        <pc:spChg chg="del mod ord">
          <ac:chgData name="Joanna Sierra-Mendoza" userId="8bc41486-e0c6-4f4d-a2a1-2332377045ea" providerId="ADAL" clId="{1553E09D-02B1-4DBB-8277-1E9F243F51C4}" dt="2025-10-20T00:40:43.133" v="1496" actId="478"/>
          <ac:spMkLst>
            <pc:docMk/>
            <pc:sldMk cId="3242389936" sldId="273"/>
            <ac:spMk id="7" creationId="{A7F42263-DE86-44BB-AC19-CD7982D365B2}"/>
          </ac:spMkLst>
        </pc:spChg>
        <pc:picChg chg="add mod">
          <ac:chgData name="Joanna Sierra-Mendoza" userId="8bc41486-e0c6-4f4d-a2a1-2332377045ea" providerId="ADAL" clId="{1553E09D-02B1-4DBB-8277-1E9F243F51C4}" dt="2025-10-20T00:43:39.656" v="1577" actId="1076"/>
          <ac:picMkLst>
            <pc:docMk/>
            <pc:sldMk cId="3242389936" sldId="273"/>
            <ac:picMk id="9" creationId="{E0F4452E-CDFE-566A-3612-15C375BF7E63}"/>
          </ac:picMkLst>
        </pc:picChg>
        <pc:picChg chg="del mod ord">
          <ac:chgData name="Joanna Sierra-Mendoza" userId="8bc41486-e0c6-4f4d-a2a1-2332377045ea" providerId="ADAL" clId="{1553E09D-02B1-4DBB-8277-1E9F243F51C4}" dt="2025-10-20T00:42:49.970" v="1570" actId="478"/>
          <ac:picMkLst>
            <pc:docMk/>
            <pc:sldMk cId="3242389936" sldId="273"/>
            <ac:picMk id="11" creationId="{D38CA64A-11C5-4BD7-8A2D-E6D58794D6DC}"/>
          </ac:picMkLst>
        </pc:picChg>
      </pc:sldChg>
      <pc:sldChg chg="del">
        <pc:chgData name="Joanna Sierra-Mendoza" userId="8bc41486-e0c6-4f4d-a2a1-2332377045ea" providerId="ADAL" clId="{1553E09D-02B1-4DBB-8277-1E9F243F51C4}" dt="2025-10-20T00:37:24.574" v="1492" actId="2696"/>
        <pc:sldMkLst>
          <pc:docMk/>
          <pc:sldMk cId="196070355" sldId="282"/>
        </pc:sldMkLst>
      </pc:sldChg>
      <pc:sldChg chg="del">
        <pc:chgData name="Joanna Sierra-Mendoza" userId="8bc41486-e0c6-4f4d-a2a1-2332377045ea" providerId="ADAL" clId="{1553E09D-02B1-4DBB-8277-1E9F243F51C4}" dt="2025-10-20T00:37:34.185" v="1493" actId="2696"/>
        <pc:sldMkLst>
          <pc:docMk/>
          <pc:sldMk cId="1154969311" sldId="286"/>
        </pc:sldMkLst>
      </pc:sldChg>
      <pc:sldChg chg="addSp delSp modSp mod modClrScheme chgLayout">
        <pc:chgData name="Joanna Sierra-Mendoza" userId="8bc41486-e0c6-4f4d-a2a1-2332377045ea" providerId="ADAL" clId="{1553E09D-02B1-4DBB-8277-1E9F243F51C4}" dt="2025-10-20T02:02:04.352" v="2501" actId="20577"/>
        <pc:sldMkLst>
          <pc:docMk/>
          <pc:sldMk cId="3149670743" sldId="289"/>
        </pc:sldMkLst>
        <pc:spChg chg="mod ord">
          <ac:chgData name="Joanna Sierra-Mendoza" userId="8bc41486-e0c6-4f4d-a2a1-2332377045ea" providerId="ADAL" clId="{1553E09D-02B1-4DBB-8277-1E9F243F51C4}" dt="2025-10-20T01:04:33.170" v="1978" actId="26606"/>
          <ac:spMkLst>
            <pc:docMk/>
            <pc:sldMk cId="3149670743" sldId="289"/>
            <ac:spMk id="3" creationId="{8D0BEB88-12D3-41F1-B6BA-706EF7480FD3}"/>
          </ac:spMkLst>
        </pc:spChg>
        <pc:spChg chg="add del mod">
          <ac:chgData name="Joanna Sierra-Mendoza" userId="8bc41486-e0c6-4f4d-a2a1-2332377045ea" providerId="ADAL" clId="{1553E09D-02B1-4DBB-8277-1E9F243F51C4}" dt="2025-10-20T01:03:06.909" v="1916" actId="931"/>
          <ac:spMkLst>
            <pc:docMk/>
            <pc:sldMk cId="3149670743" sldId="289"/>
            <ac:spMk id="4" creationId="{5732473D-0068-8C92-1E8E-838077465061}"/>
          </ac:spMkLst>
        </pc:spChg>
        <pc:spChg chg="add del mod">
          <ac:chgData name="Joanna Sierra-Mendoza" userId="8bc41486-e0c6-4f4d-a2a1-2332377045ea" providerId="ADAL" clId="{1553E09D-02B1-4DBB-8277-1E9F243F51C4}" dt="2025-10-20T01:02:53.858" v="1910" actId="931"/>
          <ac:spMkLst>
            <pc:docMk/>
            <pc:sldMk cId="3149670743" sldId="289"/>
            <ac:spMk id="6" creationId="{D6FFD520-EF73-63C2-7D28-9D41E6E2C719}"/>
          </ac:spMkLst>
        </pc:spChg>
        <pc:spChg chg="mod ord">
          <ac:chgData name="Joanna Sierra-Mendoza" userId="8bc41486-e0c6-4f4d-a2a1-2332377045ea" providerId="ADAL" clId="{1553E09D-02B1-4DBB-8277-1E9F243F51C4}" dt="2025-10-20T01:04:33.170" v="1978" actId="26606"/>
          <ac:spMkLst>
            <pc:docMk/>
            <pc:sldMk cId="3149670743" sldId="289"/>
            <ac:spMk id="10" creationId="{C60B770E-507E-4361-9D91-5007702BFC32}"/>
          </ac:spMkLst>
        </pc:spChg>
        <pc:spChg chg="del mod ord">
          <ac:chgData name="Joanna Sierra-Mendoza" userId="8bc41486-e0c6-4f4d-a2a1-2332377045ea" providerId="ADAL" clId="{1553E09D-02B1-4DBB-8277-1E9F243F51C4}" dt="2025-10-20T01:01:44.778" v="1908" actId="478"/>
          <ac:spMkLst>
            <pc:docMk/>
            <pc:sldMk cId="3149670743" sldId="289"/>
            <ac:spMk id="11" creationId="{C6BEE08E-D5C0-42E2-AB73-7CCC07B72E39}"/>
          </ac:spMkLst>
        </pc:spChg>
        <pc:spChg chg="add del mod">
          <ac:chgData name="Joanna Sierra-Mendoza" userId="8bc41486-e0c6-4f4d-a2a1-2332377045ea" providerId="ADAL" clId="{1553E09D-02B1-4DBB-8277-1E9F243F51C4}" dt="2025-10-20T01:03:01.141" v="1915" actId="478"/>
          <ac:spMkLst>
            <pc:docMk/>
            <pc:sldMk cId="3149670743" sldId="289"/>
            <ac:spMk id="12" creationId="{1A310204-4D35-4F19-6293-DD9124906E19}"/>
          </ac:spMkLst>
        </pc:spChg>
        <pc:spChg chg="add mod">
          <ac:chgData name="Joanna Sierra-Mendoza" userId="8bc41486-e0c6-4f4d-a2a1-2332377045ea" providerId="ADAL" clId="{1553E09D-02B1-4DBB-8277-1E9F243F51C4}" dt="2025-10-20T02:02:04.352" v="2501" actId="20577"/>
          <ac:spMkLst>
            <pc:docMk/>
            <pc:sldMk cId="3149670743" sldId="289"/>
            <ac:spMk id="17" creationId="{64539A06-5F6A-74C6-3380-A445B1584E29}"/>
          </ac:spMkLst>
        </pc:spChg>
        <pc:spChg chg="add del">
          <ac:chgData name="Joanna Sierra-Mendoza" userId="8bc41486-e0c6-4f4d-a2a1-2332377045ea" providerId="ADAL" clId="{1553E09D-02B1-4DBB-8277-1E9F243F51C4}" dt="2025-10-20T01:04:33.170" v="1978" actId="26606"/>
          <ac:spMkLst>
            <pc:docMk/>
            <pc:sldMk cId="3149670743" sldId="289"/>
            <ac:spMk id="21" creationId="{90E47D99-242F-16CC-F332-8D759FC17453}"/>
          </ac:spMkLst>
        </pc:spChg>
        <pc:picChg chg="add del mod">
          <ac:chgData name="Joanna Sierra-Mendoza" userId="8bc41486-e0c6-4f4d-a2a1-2332377045ea" providerId="ADAL" clId="{1553E09D-02B1-4DBB-8277-1E9F243F51C4}" dt="2025-10-20T01:02:59.178" v="1914" actId="478"/>
          <ac:picMkLst>
            <pc:docMk/>
            <pc:sldMk cId="3149670743" sldId="289"/>
            <ac:picMk id="8" creationId="{FF59E5AB-74E7-3CC9-56F8-50DE85DF60CB}"/>
          </ac:picMkLst>
        </pc:picChg>
        <pc:picChg chg="del mod ord">
          <ac:chgData name="Joanna Sierra-Mendoza" userId="8bc41486-e0c6-4f4d-a2a1-2332377045ea" providerId="ADAL" clId="{1553E09D-02B1-4DBB-8277-1E9F243F51C4}" dt="2025-10-20T01:01:45.932" v="1909" actId="478"/>
          <ac:picMkLst>
            <pc:docMk/>
            <pc:sldMk cId="3149670743" sldId="289"/>
            <ac:picMk id="13" creationId="{C56F6876-F532-4396-8FC3-BEB43E626529}"/>
          </ac:picMkLst>
        </pc:picChg>
        <pc:picChg chg="del mod ord">
          <ac:chgData name="Joanna Sierra-Mendoza" userId="8bc41486-e0c6-4f4d-a2a1-2332377045ea" providerId="ADAL" clId="{1553E09D-02B1-4DBB-8277-1E9F243F51C4}" dt="2025-10-20T01:01:40.226" v="1906" actId="478"/>
          <ac:picMkLst>
            <pc:docMk/>
            <pc:sldMk cId="3149670743" sldId="289"/>
            <ac:picMk id="15" creationId="{95339E7E-14EB-4886-A417-E9C84CA1E342}"/>
          </ac:picMkLst>
        </pc:picChg>
        <pc:picChg chg="add mod modCrop">
          <ac:chgData name="Joanna Sierra-Mendoza" userId="8bc41486-e0c6-4f4d-a2a1-2332377045ea" providerId="ADAL" clId="{1553E09D-02B1-4DBB-8277-1E9F243F51C4}" dt="2025-10-20T01:04:33.170" v="1978" actId="26606"/>
          <ac:picMkLst>
            <pc:docMk/>
            <pc:sldMk cId="3149670743" sldId="289"/>
            <ac:picMk id="16" creationId="{6900F2B3-991D-C3DE-4219-E969157DFF43}"/>
          </ac:picMkLst>
        </pc:picChg>
      </pc:sldChg>
      <pc:sldChg chg="addSp delSp modSp mod modClrScheme chgLayout">
        <pc:chgData name="Joanna Sierra-Mendoza" userId="8bc41486-e0c6-4f4d-a2a1-2332377045ea" providerId="ADAL" clId="{1553E09D-02B1-4DBB-8277-1E9F243F51C4}" dt="2025-10-20T02:37:31.424" v="2926" actId="1076"/>
        <pc:sldMkLst>
          <pc:docMk/>
          <pc:sldMk cId="1163063007" sldId="293"/>
        </pc:sldMkLst>
        <pc:spChg chg="mod ord">
          <ac:chgData name="Joanna Sierra-Mendoza" userId="8bc41486-e0c6-4f4d-a2a1-2332377045ea" providerId="ADAL" clId="{1553E09D-02B1-4DBB-8277-1E9F243F51C4}" dt="2025-10-20T02:25:17.037" v="2538" actId="700"/>
          <ac:spMkLst>
            <pc:docMk/>
            <pc:sldMk cId="1163063007" sldId="293"/>
            <ac:spMk id="2" creationId="{7EAB17F8-59B5-4C93-9884-D30446299CA5}"/>
          </ac:spMkLst>
        </pc:spChg>
        <pc:spChg chg="add del mod ord">
          <ac:chgData name="Joanna Sierra-Mendoza" userId="8bc41486-e0c6-4f4d-a2a1-2332377045ea" providerId="ADAL" clId="{1553E09D-02B1-4DBB-8277-1E9F243F51C4}" dt="2025-10-20T02:25:17.037" v="2538" actId="700"/>
          <ac:spMkLst>
            <pc:docMk/>
            <pc:sldMk cId="1163063007" sldId="293"/>
            <ac:spMk id="4" creationId="{6FF73BC0-E62B-C900-6691-0730F047F8B0}"/>
          </ac:spMkLst>
        </pc:spChg>
        <pc:spChg chg="mod ord">
          <ac:chgData name="Joanna Sierra-Mendoza" userId="8bc41486-e0c6-4f4d-a2a1-2332377045ea" providerId="ADAL" clId="{1553E09D-02B1-4DBB-8277-1E9F243F51C4}" dt="2025-10-20T02:25:44.272" v="2576" actId="20577"/>
          <ac:spMkLst>
            <pc:docMk/>
            <pc:sldMk cId="1163063007" sldId="293"/>
            <ac:spMk id="6" creationId="{E1768246-2496-4F97-8FCA-02252116FF87}"/>
          </ac:spMkLst>
        </pc:spChg>
        <pc:spChg chg="add mod">
          <ac:chgData name="Joanna Sierra-Mendoza" userId="8bc41486-e0c6-4f4d-a2a1-2332377045ea" providerId="ADAL" clId="{1553E09D-02B1-4DBB-8277-1E9F243F51C4}" dt="2025-10-20T02:37:31.424" v="2926" actId="1076"/>
          <ac:spMkLst>
            <pc:docMk/>
            <pc:sldMk cId="1163063007" sldId="293"/>
            <ac:spMk id="8" creationId="{158FE6BA-8667-B82A-529D-72EC045C337B}"/>
          </ac:spMkLst>
        </pc:spChg>
        <pc:spChg chg="del mod ord">
          <ac:chgData name="Joanna Sierra-Mendoza" userId="8bc41486-e0c6-4f4d-a2a1-2332377045ea" providerId="ADAL" clId="{1553E09D-02B1-4DBB-8277-1E9F243F51C4}" dt="2025-10-20T02:25:25.613" v="2542" actId="478"/>
          <ac:spMkLst>
            <pc:docMk/>
            <pc:sldMk cId="1163063007" sldId="293"/>
            <ac:spMk id="11" creationId="{901B6E4D-6942-45C5-99A9-6B769E8902BD}"/>
          </ac:spMkLst>
        </pc:spChg>
        <pc:spChg chg="del mod ord">
          <ac:chgData name="Joanna Sierra-Mendoza" userId="8bc41486-e0c6-4f4d-a2a1-2332377045ea" providerId="ADAL" clId="{1553E09D-02B1-4DBB-8277-1E9F243F51C4}" dt="2025-10-20T02:29:52.276" v="2917" actId="478"/>
          <ac:spMkLst>
            <pc:docMk/>
            <pc:sldMk cId="1163063007" sldId="293"/>
            <ac:spMk id="12" creationId="{7D269992-EA9D-41F6-85C3-B78921847100}"/>
          </ac:spMkLst>
        </pc:spChg>
        <pc:spChg chg="del mod ord">
          <ac:chgData name="Joanna Sierra-Mendoza" userId="8bc41486-e0c6-4f4d-a2a1-2332377045ea" providerId="ADAL" clId="{1553E09D-02B1-4DBB-8277-1E9F243F51C4}" dt="2025-10-20T02:25:23.681" v="2541" actId="478"/>
          <ac:spMkLst>
            <pc:docMk/>
            <pc:sldMk cId="1163063007" sldId="293"/>
            <ac:spMk id="13" creationId="{6DFAA7E0-5467-48C2-A0A1-08FFCDD0AB29}"/>
          </ac:spMkLst>
        </pc:spChg>
        <pc:spChg chg="del mod ord">
          <ac:chgData name="Joanna Sierra-Mendoza" userId="8bc41486-e0c6-4f4d-a2a1-2332377045ea" providerId="ADAL" clId="{1553E09D-02B1-4DBB-8277-1E9F243F51C4}" dt="2025-10-20T02:25:22.201" v="2540" actId="478"/>
          <ac:spMkLst>
            <pc:docMk/>
            <pc:sldMk cId="1163063007" sldId="293"/>
            <ac:spMk id="14" creationId="{26CD0F95-69FE-4CD4-B47D-11711D394220}"/>
          </ac:spMkLst>
        </pc:spChg>
        <pc:picChg chg="add mod">
          <ac:chgData name="Joanna Sierra-Mendoza" userId="8bc41486-e0c6-4f4d-a2a1-2332377045ea" providerId="ADAL" clId="{1553E09D-02B1-4DBB-8277-1E9F243F51C4}" dt="2025-10-20T02:25:58.993" v="2583" actId="1076"/>
          <ac:picMkLst>
            <pc:docMk/>
            <pc:sldMk cId="1163063007" sldId="293"/>
            <ac:picMk id="7" creationId="{EDE546DA-C659-718B-E9E8-10AC30B95958}"/>
          </ac:picMkLst>
        </pc:picChg>
        <pc:picChg chg="del mod ord">
          <ac:chgData name="Joanna Sierra-Mendoza" userId="8bc41486-e0c6-4f4d-a2a1-2332377045ea" providerId="ADAL" clId="{1553E09D-02B1-4DBB-8277-1E9F243F51C4}" dt="2025-10-20T02:25:09.395" v="2537" actId="478"/>
          <ac:picMkLst>
            <pc:docMk/>
            <pc:sldMk cId="1163063007" sldId="293"/>
            <ac:picMk id="22" creationId="{0F5C8F58-81B2-4162-9563-70C679CF85F2}"/>
          </ac:picMkLst>
        </pc:picChg>
        <pc:picChg chg="mod ord">
          <ac:chgData name="Joanna Sierra-Mendoza" userId="8bc41486-e0c6-4f4d-a2a1-2332377045ea" providerId="ADAL" clId="{1553E09D-02B1-4DBB-8277-1E9F243F51C4}" dt="2025-10-20T02:25:17.037" v="2538" actId="700"/>
          <ac:picMkLst>
            <pc:docMk/>
            <pc:sldMk cId="1163063007" sldId="293"/>
            <ac:picMk id="24" creationId="{F1E0AF3E-867C-4F0D-8325-9DC9A985B427}"/>
          </ac:picMkLst>
        </pc:picChg>
        <pc:picChg chg="mod ord">
          <ac:chgData name="Joanna Sierra-Mendoza" userId="8bc41486-e0c6-4f4d-a2a1-2332377045ea" providerId="ADAL" clId="{1553E09D-02B1-4DBB-8277-1E9F243F51C4}" dt="2025-10-20T02:25:17.037" v="2538" actId="700"/>
          <ac:picMkLst>
            <pc:docMk/>
            <pc:sldMk cId="1163063007" sldId="293"/>
            <ac:picMk id="26" creationId="{2AD0E03E-80ED-4CBF-B567-3E1EAB01FD41}"/>
          </ac:picMkLst>
        </pc:picChg>
        <pc:picChg chg="mod ord">
          <ac:chgData name="Joanna Sierra-Mendoza" userId="8bc41486-e0c6-4f4d-a2a1-2332377045ea" providerId="ADAL" clId="{1553E09D-02B1-4DBB-8277-1E9F243F51C4}" dt="2025-10-20T02:25:17.037" v="2538" actId="700"/>
          <ac:picMkLst>
            <pc:docMk/>
            <pc:sldMk cId="1163063007" sldId="293"/>
            <ac:picMk id="28" creationId="{43BC7054-E269-4210-98F5-65D485066725}"/>
          </ac:picMkLst>
        </pc:picChg>
      </pc:sldChg>
      <pc:sldChg chg="addSp delSp modSp mod modClrScheme chgLayout">
        <pc:chgData name="Joanna Sierra-Mendoza" userId="8bc41486-e0c6-4f4d-a2a1-2332377045ea" providerId="ADAL" clId="{1553E09D-02B1-4DBB-8277-1E9F243F51C4}" dt="2025-10-20T02:55:57.009" v="2990" actId="5793"/>
        <pc:sldMkLst>
          <pc:docMk/>
          <pc:sldMk cId="2971040159" sldId="298"/>
        </pc:sldMkLst>
        <pc:spChg chg="mod ord">
          <ac:chgData name="Joanna Sierra-Mendoza" userId="8bc41486-e0c6-4f4d-a2a1-2332377045ea" providerId="ADAL" clId="{1553E09D-02B1-4DBB-8277-1E9F243F51C4}" dt="2025-10-20T02:02:21.129" v="2502" actId="700"/>
          <ac:spMkLst>
            <pc:docMk/>
            <pc:sldMk cId="2971040159" sldId="298"/>
            <ac:spMk id="3" creationId="{CE84475F-A218-40AD-91D5-2A42073651D9}"/>
          </ac:spMkLst>
        </pc:spChg>
        <pc:spChg chg="add del mod">
          <ac:chgData name="Joanna Sierra-Mendoza" userId="8bc41486-e0c6-4f4d-a2a1-2332377045ea" providerId="ADAL" clId="{1553E09D-02B1-4DBB-8277-1E9F243F51C4}" dt="2025-10-20T02:02:28.808" v="2517" actId="478"/>
          <ac:spMkLst>
            <pc:docMk/>
            <pc:sldMk cId="2971040159" sldId="298"/>
            <ac:spMk id="4" creationId="{519CECBA-1A5C-06B9-1AEA-ED51A547F428}"/>
          </ac:spMkLst>
        </pc:spChg>
        <pc:spChg chg="add mod">
          <ac:chgData name="Joanna Sierra-Mendoza" userId="8bc41486-e0c6-4f4d-a2a1-2332377045ea" providerId="ADAL" clId="{1553E09D-02B1-4DBB-8277-1E9F243F51C4}" dt="2025-10-20T02:55:57.009" v="2990" actId="5793"/>
          <ac:spMkLst>
            <pc:docMk/>
            <pc:sldMk cId="2971040159" sldId="298"/>
            <ac:spMk id="5" creationId="{B8D983F9-AF46-AACA-A9C3-6DBA960C057A}"/>
          </ac:spMkLst>
        </pc:spChg>
        <pc:spChg chg="mod ord">
          <ac:chgData name="Joanna Sierra-Mendoza" userId="8bc41486-e0c6-4f4d-a2a1-2332377045ea" providerId="ADAL" clId="{1553E09D-02B1-4DBB-8277-1E9F243F51C4}" dt="2025-10-20T02:02:25.504" v="2514" actId="20577"/>
          <ac:spMkLst>
            <pc:docMk/>
            <pc:sldMk cId="2971040159" sldId="298"/>
            <ac:spMk id="12" creationId="{2F8E5BC1-257F-4CA0-A14D-8A76F6198211}"/>
          </ac:spMkLst>
        </pc:spChg>
        <pc:spChg chg="del mod ord">
          <ac:chgData name="Joanna Sierra-Mendoza" userId="8bc41486-e0c6-4f4d-a2a1-2332377045ea" providerId="ADAL" clId="{1553E09D-02B1-4DBB-8277-1E9F243F51C4}" dt="2025-10-20T02:02:45.633" v="2526" actId="478"/>
          <ac:spMkLst>
            <pc:docMk/>
            <pc:sldMk cId="2971040159" sldId="298"/>
            <ac:spMk id="14" creationId="{32B0CB1D-E6FE-4346-B4DC-C1AC8F0F5CC6}"/>
          </ac:spMkLst>
        </pc:spChg>
        <pc:spChg chg="del mod ord">
          <ac:chgData name="Joanna Sierra-Mendoza" userId="8bc41486-e0c6-4f4d-a2a1-2332377045ea" providerId="ADAL" clId="{1553E09D-02B1-4DBB-8277-1E9F243F51C4}" dt="2025-10-20T02:02:52.425" v="2528" actId="478"/>
          <ac:spMkLst>
            <pc:docMk/>
            <pc:sldMk cId="2971040159" sldId="298"/>
            <ac:spMk id="18" creationId="{6EBA6953-980C-4C61-AFA3-018201F6E289}"/>
          </ac:spMkLst>
        </pc:spChg>
        <pc:spChg chg="del mod ord">
          <ac:chgData name="Joanna Sierra-Mendoza" userId="8bc41486-e0c6-4f4d-a2a1-2332377045ea" providerId="ADAL" clId="{1553E09D-02B1-4DBB-8277-1E9F243F51C4}" dt="2025-10-20T02:02:43.632" v="2525" actId="478"/>
          <ac:spMkLst>
            <pc:docMk/>
            <pc:sldMk cId="2971040159" sldId="298"/>
            <ac:spMk id="19" creationId="{1EA45180-5246-464E-BDD0-2AB792997E91}"/>
          </ac:spMkLst>
        </pc:spChg>
        <pc:spChg chg="del mod ord">
          <ac:chgData name="Joanna Sierra-Mendoza" userId="8bc41486-e0c6-4f4d-a2a1-2332377045ea" providerId="ADAL" clId="{1553E09D-02B1-4DBB-8277-1E9F243F51C4}" dt="2025-10-20T02:02:50.577" v="2527" actId="478"/>
          <ac:spMkLst>
            <pc:docMk/>
            <pc:sldMk cId="2971040159" sldId="298"/>
            <ac:spMk id="20" creationId="{7E61202C-1274-459A-A89D-C23AE8A261C7}"/>
          </ac:spMkLst>
        </pc:spChg>
        <pc:spChg chg="del mod ord">
          <ac:chgData name="Joanna Sierra-Mendoza" userId="8bc41486-e0c6-4f4d-a2a1-2332377045ea" providerId="ADAL" clId="{1553E09D-02B1-4DBB-8277-1E9F243F51C4}" dt="2025-10-20T02:02:37.289" v="2522" actId="478"/>
          <ac:spMkLst>
            <pc:docMk/>
            <pc:sldMk cId="2971040159" sldId="298"/>
            <ac:spMk id="21" creationId="{B7A4F278-30B9-44DC-81DE-0BB8DC7D9B43}"/>
          </ac:spMkLst>
        </pc:spChg>
        <pc:spChg chg="del mod ord">
          <ac:chgData name="Joanna Sierra-Mendoza" userId="8bc41486-e0c6-4f4d-a2a1-2332377045ea" providerId="ADAL" clId="{1553E09D-02B1-4DBB-8277-1E9F243F51C4}" dt="2025-10-20T02:02:40.721" v="2524" actId="478"/>
          <ac:spMkLst>
            <pc:docMk/>
            <pc:sldMk cId="2971040159" sldId="298"/>
            <ac:spMk id="22" creationId="{6E82B8CE-8692-4360-9A23-C2348C7B858B}"/>
          </ac:spMkLst>
        </pc:spChg>
        <pc:spChg chg="del mod ord">
          <ac:chgData name="Joanna Sierra-Mendoza" userId="8bc41486-e0c6-4f4d-a2a1-2332377045ea" providerId="ADAL" clId="{1553E09D-02B1-4DBB-8277-1E9F243F51C4}" dt="2025-10-20T02:02:34.104" v="2520" actId="478"/>
          <ac:spMkLst>
            <pc:docMk/>
            <pc:sldMk cId="2971040159" sldId="298"/>
            <ac:spMk id="23" creationId="{7372C0BC-293C-400A-8073-0246B833FC7B}"/>
          </ac:spMkLst>
        </pc:spChg>
        <pc:spChg chg="del mod ord">
          <ac:chgData name="Joanna Sierra-Mendoza" userId="8bc41486-e0c6-4f4d-a2a1-2332377045ea" providerId="ADAL" clId="{1553E09D-02B1-4DBB-8277-1E9F243F51C4}" dt="2025-10-20T02:02:38.555" v="2523" actId="478"/>
          <ac:spMkLst>
            <pc:docMk/>
            <pc:sldMk cId="2971040159" sldId="298"/>
            <ac:spMk id="24" creationId="{A7CB8132-D875-4ED5-9967-5C58F21B10E3}"/>
          </ac:spMkLst>
        </pc:spChg>
        <pc:picChg chg="del">
          <ac:chgData name="Joanna Sierra-Mendoza" userId="8bc41486-e0c6-4f4d-a2a1-2332377045ea" providerId="ADAL" clId="{1553E09D-02B1-4DBB-8277-1E9F243F51C4}" dt="2025-10-20T02:02:28.069" v="2516" actId="478"/>
          <ac:picMkLst>
            <pc:docMk/>
            <pc:sldMk cId="2971040159" sldId="298"/>
            <ac:picMk id="25" creationId="{104C104E-9EBC-4154-906F-14A298E9EF2E}"/>
          </ac:picMkLst>
        </pc:picChg>
        <pc:picChg chg="del">
          <ac:chgData name="Joanna Sierra-Mendoza" userId="8bc41486-e0c6-4f4d-a2a1-2332377045ea" providerId="ADAL" clId="{1553E09D-02B1-4DBB-8277-1E9F243F51C4}" dt="2025-10-20T02:02:27.329" v="2515" actId="478"/>
          <ac:picMkLst>
            <pc:docMk/>
            <pc:sldMk cId="2971040159" sldId="298"/>
            <ac:picMk id="26" creationId="{B12E57E0-F016-4B3F-9126-3A11698F325D}"/>
          </ac:picMkLst>
        </pc:picChg>
        <pc:picChg chg="del">
          <ac:chgData name="Joanna Sierra-Mendoza" userId="8bc41486-e0c6-4f4d-a2a1-2332377045ea" providerId="ADAL" clId="{1553E09D-02B1-4DBB-8277-1E9F243F51C4}" dt="2025-10-20T02:02:29.747" v="2518" actId="478"/>
          <ac:picMkLst>
            <pc:docMk/>
            <pc:sldMk cId="2971040159" sldId="298"/>
            <ac:picMk id="27" creationId="{F5B38C71-905C-4A1A-97EF-31546F4BF602}"/>
          </ac:picMkLst>
        </pc:picChg>
        <pc:picChg chg="del">
          <ac:chgData name="Joanna Sierra-Mendoza" userId="8bc41486-e0c6-4f4d-a2a1-2332377045ea" providerId="ADAL" clId="{1553E09D-02B1-4DBB-8277-1E9F243F51C4}" dt="2025-10-20T02:02:31.177" v="2519" actId="478"/>
          <ac:picMkLst>
            <pc:docMk/>
            <pc:sldMk cId="2971040159" sldId="298"/>
            <ac:picMk id="29" creationId="{8D53E665-9B7D-413E-815E-AF0082AFF105}"/>
          </ac:picMkLst>
        </pc:picChg>
      </pc:sldChg>
      <pc:sldChg chg="addSp delSp modSp mod ord">
        <pc:chgData name="Joanna Sierra-Mendoza" userId="8bc41486-e0c6-4f4d-a2a1-2332377045ea" providerId="ADAL" clId="{1553E09D-02B1-4DBB-8277-1E9F243F51C4}" dt="2025-10-20T00:31:24.585" v="1031" actId="20577"/>
        <pc:sldMkLst>
          <pc:docMk/>
          <pc:sldMk cId="2900026269" sldId="300"/>
        </pc:sldMkLst>
        <pc:spChg chg="add del mod">
          <ac:chgData name="Joanna Sierra-Mendoza" userId="8bc41486-e0c6-4f4d-a2a1-2332377045ea" providerId="ADAL" clId="{1553E09D-02B1-4DBB-8277-1E9F243F51C4}" dt="2025-10-20T00:22:00.584" v="463" actId="478"/>
          <ac:spMkLst>
            <pc:docMk/>
            <pc:sldMk cId="2900026269" sldId="300"/>
            <ac:spMk id="4" creationId="{D18F6112-DBE0-084A-4FF1-D9D19B110C0A}"/>
          </ac:spMkLst>
        </pc:spChg>
        <pc:spChg chg="mod">
          <ac:chgData name="Joanna Sierra-Mendoza" userId="8bc41486-e0c6-4f4d-a2a1-2332377045ea" providerId="ADAL" clId="{1553E09D-02B1-4DBB-8277-1E9F243F51C4}" dt="2025-10-20T00:18:57.224" v="145" actId="20577"/>
          <ac:spMkLst>
            <pc:docMk/>
            <pc:sldMk cId="2900026269" sldId="300"/>
            <ac:spMk id="16" creationId="{2C00B059-8249-401E-BECD-DC838B36F9FB}"/>
          </ac:spMkLst>
        </pc:spChg>
        <pc:spChg chg="mod">
          <ac:chgData name="Joanna Sierra-Mendoza" userId="8bc41486-e0c6-4f4d-a2a1-2332377045ea" providerId="ADAL" clId="{1553E09D-02B1-4DBB-8277-1E9F243F51C4}" dt="2025-10-20T00:31:24.585" v="1031" actId="20577"/>
          <ac:spMkLst>
            <pc:docMk/>
            <pc:sldMk cId="2900026269" sldId="300"/>
            <ac:spMk id="18" creationId="{ED42596E-DB09-43F7-A053-18CEB2DDE639}"/>
          </ac:spMkLst>
        </pc:spChg>
        <pc:graphicFrameChg chg="del">
          <ac:chgData name="Joanna Sierra-Mendoza" userId="8bc41486-e0c6-4f4d-a2a1-2332377045ea" providerId="ADAL" clId="{1553E09D-02B1-4DBB-8277-1E9F243F51C4}" dt="2025-10-20T00:21:57.065" v="462" actId="478"/>
          <ac:graphicFrameMkLst>
            <pc:docMk/>
            <pc:sldMk cId="2900026269" sldId="300"/>
            <ac:graphicFrameMk id="21" creationId="{D8DD12A5-FE18-4970-8B30-E368D9BD860D}"/>
          </ac:graphicFrameMkLst>
        </pc:graphicFrameChg>
        <pc:picChg chg="add mod">
          <ac:chgData name="Joanna Sierra-Mendoza" userId="8bc41486-e0c6-4f4d-a2a1-2332377045ea" providerId="ADAL" clId="{1553E09D-02B1-4DBB-8277-1E9F243F51C4}" dt="2025-10-20T00:23:02.320" v="469" actId="1076"/>
          <ac:picMkLst>
            <pc:docMk/>
            <pc:sldMk cId="2900026269" sldId="300"/>
            <ac:picMk id="6" creationId="{C20BA5EA-D38A-397C-3ADA-78445D23B0EE}"/>
          </ac:picMkLst>
        </pc:picChg>
      </pc:sldChg>
      <pc:sldChg chg="addSp delSp modSp new mod modClrScheme chgLayout">
        <pc:chgData name="Joanna Sierra-Mendoza" userId="8bc41486-e0c6-4f4d-a2a1-2332377045ea" providerId="ADAL" clId="{1553E09D-02B1-4DBB-8277-1E9F243F51C4}" dt="2025-10-20T03:08:14.715" v="4171" actId="113"/>
        <pc:sldMkLst>
          <pc:docMk/>
          <pc:sldMk cId="1449611512" sldId="301"/>
        </pc:sldMkLst>
        <pc:spChg chg="del mod ord">
          <ac:chgData name="Joanna Sierra-Mendoza" userId="8bc41486-e0c6-4f4d-a2a1-2332377045ea" providerId="ADAL" clId="{1553E09D-02B1-4DBB-8277-1E9F243F51C4}" dt="2025-10-20T02:38:09.012" v="2928" actId="700"/>
          <ac:spMkLst>
            <pc:docMk/>
            <pc:sldMk cId="1449611512" sldId="301"/>
            <ac:spMk id="2" creationId="{44DB9443-5580-EB79-4C13-23ED20D5228C}"/>
          </ac:spMkLst>
        </pc:spChg>
        <pc:spChg chg="mod ord">
          <ac:chgData name="Joanna Sierra-Mendoza" userId="8bc41486-e0c6-4f4d-a2a1-2332377045ea" providerId="ADAL" clId="{1553E09D-02B1-4DBB-8277-1E9F243F51C4}" dt="2025-10-20T02:38:09.012" v="2928" actId="700"/>
          <ac:spMkLst>
            <pc:docMk/>
            <pc:sldMk cId="1449611512" sldId="301"/>
            <ac:spMk id="3" creationId="{3BA95CE2-36F2-848E-8C2B-FBC31BF5F319}"/>
          </ac:spMkLst>
        </pc:spChg>
        <pc:spChg chg="del mod ord">
          <ac:chgData name="Joanna Sierra-Mendoza" userId="8bc41486-e0c6-4f4d-a2a1-2332377045ea" providerId="ADAL" clId="{1553E09D-02B1-4DBB-8277-1E9F243F51C4}" dt="2025-10-20T02:38:09.012" v="2928" actId="700"/>
          <ac:spMkLst>
            <pc:docMk/>
            <pc:sldMk cId="1449611512" sldId="301"/>
            <ac:spMk id="4" creationId="{5DB44A37-ED3A-1D04-40C6-742B37C70997}"/>
          </ac:spMkLst>
        </pc:spChg>
        <pc:spChg chg="del">
          <ac:chgData name="Joanna Sierra-Mendoza" userId="8bc41486-e0c6-4f4d-a2a1-2332377045ea" providerId="ADAL" clId="{1553E09D-02B1-4DBB-8277-1E9F243F51C4}" dt="2025-10-20T02:38:09.012" v="2928" actId="700"/>
          <ac:spMkLst>
            <pc:docMk/>
            <pc:sldMk cId="1449611512" sldId="301"/>
            <ac:spMk id="5" creationId="{7E6D2676-DAA1-69B4-D82C-54F5BDB4EFE3}"/>
          </ac:spMkLst>
        </pc:spChg>
        <pc:spChg chg="add mod ord">
          <ac:chgData name="Joanna Sierra-Mendoza" userId="8bc41486-e0c6-4f4d-a2a1-2332377045ea" providerId="ADAL" clId="{1553E09D-02B1-4DBB-8277-1E9F243F51C4}" dt="2025-10-20T02:38:22.273" v="2960" actId="20577"/>
          <ac:spMkLst>
            <pc:docMk/>
            <pc:sldMk cId="1449611512" sldId="301"/>
            <ac:spMk id="6" creationId="{D0130BA6-88E6-983F-815C-86CFC9E28A40}"/>
          </ac:spMkLst>
        </pc:spChg>
        <pc:spChg chg="add del mod ord">
          <ac:chgData name="Joanna Sierra-Mendoza" userId="8bc41486-e0c6-4f4d-a2a1-2332377045ea" providerId="ADAL" clId="{1553E09D-02B1-4DBB-8277-1E9F243F51C4}" dt="2025-10-20T02:39:49.060" v="2966" actId="931"/>
          <ac:spMkLst>
            <pc:docMk/>
            <pc:sldMk cId="1449611512" sldId="301"/>
            <ac:spMk id="7" creationId="{69DDBEDE-2736-7223-CFAA-F261AAF73754}"/>
          </ac:spMkLst>
        </pc:spChg>
        <pc:spChg chg="add del mod ord">
          <ac:chgData name="Joanna Sierra-Mendoza" userId="8bc41486-e0c6-4f4d-a2a1-2332377045ea" providerId="ADAL" clId="{1553E09D-02B1-4DBB-8277-1E9F243F51C4}" dt="2025-10-20T02:39:26.933" v="2961" actId="931"/>
          <ac:spMkLst>
            <pc:docMk/>
            <pc:sldMk cId="1449611512" sldId="301"/>
            <ac:spMk id="8" creationId="{FC5F1DF7-63CD-7248-CADB-EF3CBC07CDEE}"/>
          </ac:spMkLst>
        </pc:spChg>
        <pc:spChg chg="add del mod">
          <ac:chgData name="Joanna Sierra-Mendoza" userId="8bc41486-e0c6-4f4d-a2a1-2332377045ea" providerId="ADAL" clId="{1553E09D-02B1-4DBB-8277-1E9F243F51C4}" dt="2025-10-20T02:39:42.447" v="2965" actId="478"/>
          <ac:spMkLst>
            <pc:docMk/>
            <pc:sldMk cId="1449611512" sldId="301"/>
            <ac:spMk id="12" creationId="{85263F3C-4232-1A51-4B38-3FBB338AFE39}"/>
          </ac:spMkLst>
        </pc:spChg>
        <pc:spChg chg="add del mod">
          <ac:chgData name="Joanna Sierra-Mendoza" userId="8bc41486-e0c6-4f4d-a2a1-2332377045ea" providerId="ADAL" clId="{1553E09D-02B1-4DBB-8277-1E9F243F51C4}" dt="2025-10-20T02:52:36.559" v="2977"/>
          <ac:spMkLst>
            <pc:docMk/>
            <pc:sldMk cId="1449611512" sldId="301"/>
            <ac:spMk id="15" creationId="{D6BBCAAD-C0D0-74C0-ED1C-DB07DBD84CDE}"/>
          </ac:spMkLst>
        </pc:spChg>
        <pc:spChg chg="add mod">
          <ac:chgData name="Joanna Sierra-Mendoza" userId="8bc41486-e0c6-4f4d-a2a1-2332377045ea" providerId="ADAL" clId="{1553E09D-02B1-4DBB-8277-1E9F243F51C4}" dt="2025-10-20T03:08:14.715" v="4171" actId="113"/>
          <ac:spMkLst>
            <pc:docMk/>
            <pc:sldMk cId="1449611512" sldId="301"/>
            <ac:spMk id="16" creationId="{9E4B39B1-B474-7F9B-01A7-7DBE7662A360}"/>
          </ac:spMkLst>
        </pc:spChg>
        <pc:picChg chg="add del mod">
          <ac:chgData name="Joanna Sierra-Mendoza" userId="8bc41486-e0c6-4f4d-a2a1-2332377045ea" providerId="ADAL" clId="{1553E09D-02B1-4DBB-8277-1E9F243F51C4}" dt="2025-10-20T02:39:30.329" v="2964" actId="478"/>
          <ac:picMkLst>
            <pc:docMk/>
            <pc:sldMk cId="1449611512" sldId="301"/>
            <ac:picMk id="10" creationId="{30A17971-DD15-7698-3859-7AEE1198320F}"/>
          </ac:picMkLst>
        </pc:picChg>
        <pc:picChg chg="add mod">
          <ac:chgData name="Joanna Sierra-Mendoza" userId="8bc41486-e0c6-4f4d-a2a1-2332377045ea" providerId="ADAL" clId="{1553E09D-02B1-4DBB-8277-1E9F243F51C4}" dt="2025-10-20T02:40:01.664" v="2974" actId="1076"/>
          <ac:picMkLst>
            <pc:docMk/>
            <pc:sldMk cId="1449611512" sldId="301"/>
            <ac:picMk id="14" creationId="{5E323E29-C9B6-50AC-7A2A-63FBE9D22615}"/>
          </ac:picMkLst>
        </pc:picChg>
      </pc:sldChg>
      <pc:sldChg chg="addSp delSp modSp new mod modClrScheme chgLayout">
        <pc:chgData name="Joanna Sierra-Mendoza" userId="8bc41486-e0c6-4f4d-a2a1-2332377045ea" providerId="ADAL" clId="{1553E09D-02B1-4DBB-8277-1E9F243F51C4}" dt="2025-10-20T03:28:25.078" v="5904"/>
        <pc:sldMkLst>
          <pc:docMk/>
          <pc:sldMk cId="3698608934" sldId="302"/>
        </pc:sldMkLst>
        <pc:spChg chg="mod">
          <ac:chgData name="Joanna Sierra-Mendoza" userId="8bc41486-e0c6-4f4d-a2a1-2332377045ea" providerId="ADAL" clId="{1553E09D-02B1-4DBB-8277-1E9F243F51C4}" dt="2025-10-20T03:19:23.460" v="4218" actId="122"/>
          <ac:spMkLst>
            <pc:docMk/>
            <pc:sldMk cId="3698608934" sldId="302"/>
            <ac:spMk id="2" creationId="{D774C34E-31F4-A90C-1505-55CFAEC18C65}"/>
          </ac:spMkLst>
        </pc:spChg>
        <pc:spChg chg="del mod">
          <ac:chgData name="Joanna Sierra-Mendoza" userId="8bc41486-e0c6-4f4d-a2a1-2332377045ea" providerId="ADAL" clId="{1553E09D-02B1-4DBB-8277-1E9F243F51C4}" dt="2025-10-20T03:19:15.400" v="4216" actId="26606"/>
          <ac:spMkLst>
            <pc:docMk/>
            <pc:sldMk cId="3698608934" sldId="302"/>
            <ac:spMk id="3" creationId="{F401A862-68F8-3696-9162-4B97840D771E}"/>
          </ac:spMkLst>
        </pc:spChg>
        <pc:spChg chg="mod">
          <ac:chgData name="Joanna Sierra-Mendoza" userId="8bc41486-e0c6-4f4d-a2a1-2332377045ea" providerId="ADAL" clId="{1553E09D-02B1-4DBB-8277-1E9F243F51C4}" dt="2025-10-20T03:19:15.400" v="4216" actId="26606"/>
          <ac:spMkLst>
            <pc:docMk/>
            <pc:sldMk cId="3698608934" sldId="302"/>
            <ac:spMk id="4" creationId="{09773417-FBA3-F9F5-C11C-9F448AC86EFC}"/>
          </ac:spMkLst>
        </pc:spChg>
        <pc:spChg chg="del">
          <ac:chgData name="Joanna Sierra-Mendoza" userId="8bc41486-e0c6-4f4d-a2a1-2332377045ea" providerId="ADAL" clId="{1553E09D-02B1-4DBB-8277-1E9F243F51C4}" dt="2025-10-20T03:18:25.321" v="4214" actId="478"/>
          <ac:spMkLst>
            <pc:docMk/>
            <pc:sldMk cId="3698608934" sldId="302"/>
            <ac:spMk id="5" creationId="{81632BB1-0823-6590-31BC-F462D6C662FA}"/>
          </ac:spMkLst>
        </pc:spChg>
        <pc:spChg chg="add mod">
          <ac:chgData name="Joanna Sierra-Mendoza" userId="8bc41486-e0c6-4f4d-a2a1-2332377045ea" providerId="ADAL" clId="{1553E09D-02B1-4DBB-8277-1E9F243F51C4}" dt="2025-10-20T03:28:25.078" v="5904"/>
          <ac:spMkLst>
            <pc:docMk/>
            <pc:sldMk cId="3698608934" sldId="302"/>
            <ac:spMk id="9" creationId="{4B4865D3-B846-88E8-E867-DD9F68BE4BC4}"/>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CAAC74A-664E-43D3-859E-B35855730DB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710C658-31F9-4A67-8267-E3463B262A3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3AD794A-17F4-48F7-A14F-39DCAE091952}" type="datetimeFigureOut">
              <a:rPr lang="en-US" smtClean="0"/>
              <a:t>10/19/2025</a:t>
            </a:fld>
            <a:endParaRPr lang="en-US" dirty="0"/>
          </a:p>
        </p:txBody>
      </p:sp>
      <p:sp>
        <p:nvSpPr>
          <p:cNvPr id="4" name="Footer Placeholder 3">
            <a:extLst>
              <a:ext uri="{FF2B5EF4-FFF2-40B4-BE49-F238E27FC236}">
                <a16:creationId xmlns:a16="http://schemas.microsoft.com/office/drawing/2014/main" id="{CD7BBBF1-3A7A-4F4B-8592-578ABE65B71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CA02F046-B531-4374-9A89-AC21BCA06E1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D2DFAA7-D3C3-4D01-9299-453E25D16D4E}" type="slidenum">
              <a:rPr lang="en-US" smtClean="0"/>
              <a:t>‹#›</a:t>
            </a:fld>
            <a:endParaRPr lang="en-US" dirty="0"/>
          </a:p>
        </p:txBody>
      </p:sp>
    </p:spTree>
    <p:extLst>
      <p:ext uri="{BB962C8B-B14F-4D97-AF65-F5344CB8AC3E}">
        <p14:creationId xmlns:p14="http://schemas.microsoft.com/office/powerpoint/2010/main" val="9005273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94C6A87-CC60-415C-BFEE-13D1CAD6861A}" type="datetimeFigureOut">
              <a:rPr lang="en-US" smtClean="0"/>
              <a:t>10/19/2025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C51814-3B91-4036-94D2-3977634EE214}" type="slidenum">
              <a:rPr lang="en-US" smtClean="0"/>
              <a:t>‹#›</a:t>
            </a:fld>
            <a:endParaRPr lang="en-US" dirty="0"/>
          </a:p>
        </p:txBody>
      </p:sp>
    </p:spTree>
    <p:extLst>
      <p:ext uri="{BB962C8B-B14F-4D97-AF65-F5344CB8AC3E}">
        <p14:creationId xmlns:p14="http://schemas.microsoft.com/office/powerpoint/2010/main" val="13006257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6607FB0-0FB2-41FD-B334-74C7B05B8CEE}"/>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Picture Placeholder 8">
            <a:extLst>
              <a:ext uri="{FF2B5EF4-FFF2-40B4-BE49-F238E27FC236}">
                <a16:creationId xmlns:a16="http://schemas.microsoft.com/office/drawing/2014/main" id="{2D02598E-521E-41CD-B068-134834CFF4FF}"/>
              </a:ext>
            </a:extLst>
          </p:cNvPr>
          <p:cNvSpPr>
            <a:spLocks noGrp="1"/>
          </p:cNvSpPr>
          <p:nvPr>
            <p:ph type="pic" sz="quarter" idx="10"/>
          </p:nvPr>
        </p:nvSpPr>
        <p:spPr>
          <a:xfrm>
            <a:off x="0" y="0"/>
            <a:ext cx="12192000" cy="4448175"/>
          </a:xfrm>
          <a:solidFill>
            <a:schemeClr val="bg1">
              <a:lumMod val="95000"/>
            </a:schemeClr>
          </a:solidFill>
        </p:spPr>
        <p:txBody>
          <a:bodyPr>
            <a:normAutofit/>
          </a:bodyPr>
          <a:lstStyle>
            <a:lvl1pPr marL="0" indent="0" algn="ctr">
              <a:buNone/>
              <a:defRPr sz="1800"/>
            </a:lvl1pPr>
          </a:lstStyle>
          <a:p>
            <a:r>
              <a:rPr lang="en-US"/>
              <a:t>Click icon to add picture</a:t>
            </a:r>
            <a:endParaRPr lang="en-US" dirty="0"/>
          </a:p>
        </p:txBody>
      </p:sp>
      <p:sp>
        <p:nvSpPr>
          <p:cNvPr id="10" name="Rectangle 9">
            <a:extLst>
              <a:ext uri="{FF2B5EF4-FFF2-40B4-BE49-F238E27FC236}">
                <a16:creationId xmlns:a16="http://schemas.microsoft.com/office/drawing/2014/main" id="{F04A5F51-C7E6-44CC-ADF3-1C83AA35D0DC}"/>
              </a:ext>
            </a:extLst>
          </p:cNvPr>
          <p:cNvSpPr/>
          <p:nvPr userDrawn="1"/>
        </p:nvSpPr>
        <p:spPr>
          <a:xfrm>
            <a:off x="0" y="4448175"/>
            <a:ext cx="12192000" cy="24098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E8B51C6-9166-4F67-995A-396809E6533C}"/>
              </a:ext>
            </a:extLst>
          </p:cNvPr>
          <p:cNvSpPr>
            <a:spLocks noGrp="1"/>
          </p:cNvSpPr>
          <p:nvPr>
            <p:ph type="ctrTitle"/>
          </p:nvPr>
        </p:nvSpPr>
        <p:spPr>
          <a:xfrm>
            <a:off x="371475" y="4551363"/>
            <a:ext cx="11520488" cy="1176337"/>
          </a:xfrm>
        </p:spPr>
        <p:txBody>
          <a:bodyPr anchor="ctr"/>
          <a:lstStyle>
            <a:lvl1pPr algn="ctr">
              <a:defRPr sz="600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951C9A4-8764-4CB3-AC26-C957C0E84BCD}"/>
              </a:ext>
            </a:extLst>
          </p:cNvPr>
          <p:cNvSpPr>
            <a:spLocks noGrp="1"/>
          </p:cNvSpPr>
          <p:nvPr>
            <p:ph type="subTitle" idx="1"/>
          </p:nvPr>
        </p:nvSpPr>
        <p:spPr>
          <a:xfrm>
            <a:off x="371475" y="5830888"/>
            <a:ext cx="11520488" cy="550862"/>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6948106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6607FB0-0FB2-41FD-B334-74C7B05B8CEE}"/>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21508BC1-7ABB-42C8-B268-3C6F4FD455DE}"/>
              </a:ext>
            </a:extLst>
          </p:cNvPr>
          <p:cNvSpPr/>
          <p:nvPr userDrawn="1"/>
        </p:nvSpPr>
        <p:spPr>
          <a:xfrm>
            <a:off x="200025" y="-1"/>
            <a:ext cx="11991975"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Picture Placeholder 8">
            <a:extLst>
              <a:ext uri="{FF2B5EF4-FFF2-40B4-BE49-F238E27FC236}">
                <a16:creationId xmlns:a16="http://schemas.microsoft.com/office/drawing/2014/main" id="{2D02598E-521E-41CD-B068-134834CFF4FF}"/>
              </a:ext>
            </a:extLst>
          </p:cNvPr>
          <p:cNvSpPr>
            <a:spLocks noGrp="1"/>
          </p:cNvSpPr>
          <p:nvPr>
            <p:ph type="pic" sz="quarter" idx="10"/>
          </p:nvPr>
        </p:nvSpPr>
        <p:spPr>
          <a:xfrm>
            <a:off x="571500" y="0"/>
            <a:ext cx="6034088" cy="6857999"/>
          </a:xfrm>
          <a:solidFill>
            <a:schemeClr val="bg1">
              <a:lumMod val="95000"/>
            </a:schemeClr>
          </a:solidFill>
        </p:spPr>
        <p:txBody>
          <a:bodyPr>
            <a:normAutofit/>
          </a:bodyPr>
          <a:lstStyle>
            <a:lvl1pPr marL="0" indent="0" algn="ctr">
              <a:buNone/>
              <a:defRPr sz="1800"/>
            </a:lvl1pPr>
          </a:lstStyle>
          <a:p>
            <a:r>
              <a:rPr lang="en-US"/>
              <a:t>Click icon to add picture</a:t>
            </a:r>
            <a:endParaRPr lang="en-US" dirty="0"/>
          </a:p>
        </p:txBody>
      </p:sp>
      <p:sp>
        <p:nvSpPr>
          <p:cNvPr id="10" name="Rectangle 9">
            <a:extLst>
              <a:ext uri="{FF2B5EF4-FFF2-40B4-BE49-F238E27FC236}">
                <a16:creationId xmlns:a16="http://schemas.microsoft.com/office/drawing/2014/main" id="{F04A5F51-C7E6-44CC-ADF3-1C83AA35D0DC}"/>
              </a:ext>
            </a:extLst>
          </p:cNvPr>
          <p:cNvSpPr/>
          <p:nvPr userDrawn="1"/>
        </p:nvSpPr>
        <p:spPr>
          <a:xfrm>
            <a:off x="0" y="1"/>
            <a:ext cx="371475"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E8B51C6-9166-4F67-995A-396809E6533C}"/>
              </a:ext>
            </a:extLst>
          </p:cNvPr>
          <p:cNvSpPr>
            <a:spLocks noGrp="1"/>
          </p:cNvSpPr>
          <p:nvPr>
            <p:ph type="ctrTitle"/>
          </p:nvPr>
        </p:nvSpPr>
        <p:spPr>
          <a:xfrm>
            <a:off x="6905625" y="1512889"/>
            <a:ext cx="4986338" cy="3262311"/>
          </a:xfrm>
        </p:spPr>
        <p:txBody>
          <a:bodyPr anchor="b"/>
          <a:lstStyle>
            <a:lvl1pPr algn="l">
              <a:defRPr sz="600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951C9A4-8764-4CB3-AC26-C957C0E84BCD}"/>
              </a:ext>
            </a:extLst>
          </p:cNvPr>
          <p:cNvSpPr>
            <a:spLocks noGrp="1"/>
          </p:cNvSpPr>
          <p:nvPr>
            <p:ph type="subTitle" idx="1"/>
          </p:nvPr>
        </p:nvSpPr>
        <p:spPr>
          <a:xfrm>
            <a:off x="6905625" y="4927600"/>
            <a:ext cx="4986338" cy="976311"/>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31050855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6607FB0-0FB2-41FD-B334-74C7B05B8CEE}"/>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Picture Placeholder 8">
            <a:extLst>
              <a:ext uri="{FF2B5EF4-FFF2-40B4-BE49-F238E27FC236}">
                <a16:creationId xmlns:a16="http://schemas.microsoft.com/office/drawing/2014/main" id="{2D02598E-521E-41CD-B068-134834CFF4FF}"/>
              </a:ext>
            </a:extLst>
          </p:cNvPr>
          <p:cNvSpPr>
            <a:spLocks noGrp="1"/>
          </p:cNvSpPr>
          <p:nvPr>
            <p:ph type="pic" sz="quarter" idx="10"/>
          </p:nvPr>
        </p:nvSpPr>
        <p:spPr>
          <a:xfrm>
            <a:off x="0" y="0"/>
            <a:ext cx="12192000" cy="6857999"/>
          </a:xfrm>
          <a:solidFill>
            <a:schemeClr val="bg1">
              <a:lumMod val="95000"/>
            </a:schemeClr>
          </a:solidFill>
        </p:spPr>
        <p:txBody>
          <a:bodyPr>
            <a:normAutofit/>
          </a:bodyPr>
          <a:lstStyle>
            <a:lvl1pPr marL="0" indent="0" algn="ctr">
              <a:buNone/>
              <a:defRPr sz="1800"/>
            </a:lvl1pPr>
          </a:lstStyle>
          <a:p>
            <a:r>
              <a:rPr lang="en-US"/>
              <a:t>Click icon to add picture</a:t>
            </a:r>
            <a:endParaRPr lang="en-US" dirty="0"/>
          </a:p>
        </p:txBody>
      </p:sp>
      <p:sp>
        <p:nvSpPr>
          <p:cNvPr id="2" name="Title 1">
            <a:extLst>
              <a:ext uri="{FF2B5EF4-FFF2-40B4-BE49-F238E27FC236}">
                <a16:creationId xmlns:a16="http://schemas.microsoft.com/office/drawing/2014/main" id="{4E8B51C6-9166-4F67-995A-396809E6533C}"/>
              </a:ext>
            </a:extLst>
          </p:cNvPr>
          <p:cNvSpPr>
            <a:spLocks noGrp="1"/>
          </p:cNvSpPr>
          <p:nvPr>
            <p:ph type="ctrTitle"/>
          </p:nvPr>
        </p:nvSpPr>
        <p:spPr>
          <a:xfrm>
            <a:off x="3436610" y="1779589"/>
            <a:ext cx="5318781" cy="2182811"/>
          </a:xfrm>
        </p:spPr>
        <p:txBody>
          <a:bodyPr anchor="b">
            <a:normAutofit/>
          </a:bodyPr>
          <a:lstStyle>
            <a:lvl1pPr algn="ctr">
              <a:defRPr sz="5400">
                <a:solidFill>
                  <a:schemeClr val="tx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951C9A4-8764-4CB3-AC26-C957C0E84BCD}"/>
              </a:ext>
            </a:extLst>
          </p:cNvPr>
          <p:cNvSpPr>
            <a:spLocks noGrp="1"/>
          </p:cNvSpPr>
          <p:nvPr>
            <p:ph type="subTitle" idx="1"/>
          </p:nvPr>
        </p:nvSpPr>
        <p:spPr>
          <a:xfrm>
            <a:off x="3436610" y="4079083"/>
            <a:ext cx="5318781" cy="976311"/>
          </a:xfrm>
        </p:spPr>
        <p:txBody>
          <a:bodyPr/>
          <a:lstStyle>
            <a:lvl1pPr marL="0" indent="0" algn="ctr">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8550443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6607FB0-0FB2-41FD-B334-74C7B05B8CEE}"/>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D1A59197-7C21-44E6-8A97-DE0ABD1E6909}"/>
              </a:ext>
            </a:extLst>
          </p:cNvPr>
          <p:cNvSpPr/>
          <p:nvPr userDrawn="1"/>
        </p:nvSpPr>
        <p:spPr>
          <a:xfrm>
            <a:off x="0" y="0"/>
            <a:ext cx="64135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Picture Placeholder 8">
            <a:extLst>
              <a:ext uri="{FF2B5EF4-FFF2-40B4-BE49-F238E27FC236}">
                <a16:creationId xmlns:a16="http://schemas.microsoft.com/office/drawing/2014/main" id="{2D02598E-521E-41CD-B068-134834CFF4FF}"/>
              </a:ext>
            </a:extLst>
          </p:cNvPr>
          <p:cNvSpPr>
            <a:spLocks noGrp="1"/>
          </p:cNvSpPr>
          <p:nvPr>
            <p:ph type="pic" sz="quarter" idx="10"/>
          </p:nvPr>
        </p:nvSpPr>
        <p:spPr>
          <a:xfrm>
            <a:off x="5016500" y="472281"/>
            <a:ext cx="7175500" cy="5913439"/>
          </a:xfrm>
          <a:solidFill>
            <a:schemeClr val="bg1">
              <a:lumMod val="95000"/>
            </a:schemeClr>
          </a:solidFill>
        </p:spPr>
        <p:txBody>
          <a:bodyPr>
            <a:normAutofit/>
          </a:bodyPr>
          <a:lstStyle>
            <a:lvl1pPr marL="0" indent="0" algn="ctr">
              <a:buNone/>
              <a:defRPr sz="1800"/>
            </a:lvl1pPr>
          </a:lstStyle>
          <a:p>
            <a:r>
              <a:rPr lang="en-US"/>
              <a:t>Click icon to add picture</a:t>
            </a:r>
            <a:endParaRPr lang="en-US" dirty="0"/>
          </a:p>
        </p:txBody>
      </p:sp>
      <p:sp>
        <p:nvSpPr>
          <p:cNvPr id="2" name="Title 1">
            <a:extLst>
              <a:ext uri="{FF2B5EF4-FFF2-40B4-BE49-F238E27FC236}">
                <a16:creationId xmlns:a16="http://schemas.microsoft.com/office/drawing/2014/main" id="{4E8B51C6-9166-4F67-995A-396809E6533C}"/>
              </a:ext>
            </a:extLst>
          </p:cNvPr>
          <p:cNvSpPr>
            <a:spLocks noGrp="1"/>
          </p:cNvSpPr>
          <p:nvPr>
            <p:ph type="ctrTitle"/>
          </p:nvPr>
        </p:nvSpPr>
        <p:spPr>
          <a:xfrm>
            <a:off x="371476" y="1779589"/>
            <a:ext cx="4416424" cy="2182811"/>
          </a:xfrm>
        </p:spPr>
        <p:txBody>
          <a:bodyPr anchor="b">
            <a:normAutofit/>
          </a:bodyPr>
          <a:lstStyle>
            <a:lvl1pPr algn="l">
              <a:defRPr sz="540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951C9A4-8764-4CB3-AC26-C957C0E84BCD}"/>
              </a:ext>
            </a:extLst>
          </p:cNvPr>
          <p:cNvSpPr>
            <a:spLocks noGrp="1"/>
          </p:cNvSpPr>
          <p:nvPr>
            <p:ph type="subTitle" idx="1"/>
          </p:nvPr>
        </p:nvSpPr>
        <p:spPr>
          <a:xfrm>
            <a:off x="371476" y="4079083"/>
            <a:ext cx="4416424" cy="976311"/>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8" name="Rectangle 7">
            <a:extLst>
              <a:ext uri="{FF2B5EF4-FFF2-40B4-BE49-F238E27FC236}">
                <a16:creationId xmlns:a16="http://schemas.microsoft.com/office/drawing/2014/main" id="{C1626B81-8882-4179-8C3A-BEA9BBEF2A62}"/>
              </a:ext>
            </a:extLst>
          </p:cNvPr>
          <p:cNvSpPr/>
          <p:nvPr userDrawn="1"/>
        </p:nvSpPr>
        <p:spPr>
          <a:xfrm>
            <a:off x="5021263" y="368300"/>
            <a:ext cx="3159760" cy="11668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724836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6607FB0-0FB2-41FD-B334-74C7B05B8CEE}"/>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1517DDCC-4521-4225-8F36-D4B39128409A}"/>
              </a:ext>
            </a:extLst>
          </p:cNvPr>
          <p:cNvSpPr/>
          <p:nvPr userDrawn="1"/>
        </p:nvSpPr>
        <p:spPr>
          <a:xfrm>
            <a:off x="8991600" y="3965574"/>
            <a:ext cx="3200400" cy="2892426"/>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B16570C8-2343-4B74-AF97-DC7CE5D92865}"/>
              </a:ext>
            </a:extLst>
          </p:cNvPr>
          <p:cNvSpPr/>
          <p:nvPr userDrawn="1"/>
        </p:nvSpPr>
        <p:spPr>
          <a:xfrm>
            <a:off x="0" y="0"/>
            <a:ext cx="3200400" cy="2892426"/>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Picture Placeholder 8">
            <a:extLst>
              <a:ext uri="{FF2B5EF4-FFF2-40B4-BE49-F238E27FC236}">
                <a16:creationId xmlns:a16="http://schemas.microsoft.com/office/drawing/2014/main" id="{2D02598E-521E-41CD-B068-134834CFF4FF}"/>
              </a:ext>
            </a:extLst>
          </p:cNvPr>
          <p:cNvSpPr>
            <a:spLocks noGrp="1"/>
          </p:cNvSpPr>
          <p:nvPr userDrawn="1">
            <p:ph type="pic" sz="quarter" idx="10"/>
          </p:nvPr>
        </p:nvSpPr>
        <p:spPr>
          <a:xfrm>
            <a:off x="371476" y="278606"/>
            <a:ext cx="11520487" cy="3150394"/>
          </a:xfrm>
          <a:solidFill>
            <a:schemeClr val="bg1">
              <a:lumMod val="95000"/>
            </a:schemeClr>
          </a:solidFill>
        </p:spPr>
        <p:txBody>
          <a:bodyPr>
            <a:normAutofit/>
          </a:bodyPr>
          <a:lstStyle>
            <a:lvl1pPr marL="0" indent="0" algn="ctr">
              <a:buNone/>
              <a:defRPr sz="1800"/>
            </a:lvl1pPr>
          </a:lstStyle>
          <a:p>
            <a:r>
              <a:rPr lang="en-US"/>
              <a:t>Click icon to add picture</a:t>
            </a:r>
            <a:endParaRPr lang="en-US" dirty="0"/>
          </a:p>
        </p:txBody>
      </p:sp>
      <p:sp>
        <p:nvSpPr>
          <p:cNvPr id="14" name="Rectangle 13">
            <a:extLst>
              <a:ext uri="{FF2B5EF4-FFF2-40B4-BE49-F238E27FC236}">
                <a16:creationId xmlns:a16="http://schemas.microsoft.com/office/drawing/2014/main" id="{40B27536-7968-45BB-9FA8-DF1A47A47827}"/>
              </a:ext>
            </a:extLst>
          </p:cNvPr>
          <p:cNvSpPr/>
          <p:nvPr userDrawn="1"/>
        </p:nvSpPr>
        <p:spPr>
          <a:xfrm>
            <a:off x="371476" y="3429000"/>
            <a:ext cx="11520487" cy="27717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E8B51C6-9166-4F67-995A-396809E6533C}"/>
              </a:ext>
            </a:extLst>
          </p:cNvPr>
          <p:cNvSpPr>
            <a:spLocks noGrp="1"/>
          </p:cNvSpPr>
          <p:nvPr userDrawn="1">
            <p:ph type="ctrTitle"/>
          </p:nvPr>
        </p:nvSpPr>
        <p:spPr>
          <a:xfrm>
            <a:off x="1510507" y="3886201"/>
            <a:ext cx="9242424" cy="1104900"/>
          </a:xfrm>
        </p:spPr>
        <p:txBody>
          <a:bodyPr anchor="ctr">
            <a:normAutofit/>
          </a:bodyPr>
          <a:lstStyle>
            <a:lvl1pPr algn="ctr">
              <a:defRPr sz="5400">
                <a:solidFill>
                  <a:schemeClr val="accent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951C9A4-8764-4CB3-AC26-C957C0E84BCD}"/>
              </a:ext>
            </a:extLst>
          </p:cNvPr>
          <p:cNvSpPr>
            <a:spLocks noGrp="1"/>
          </p:cNvSpPr>
          <p:nvPr userDrawn="1">
            <p:ph type="subTitle" idx="1"/>
          </p:nvPr>
        </p:nvSpPr>
        <p:spPr>
          <a:xfrm>
            <a:off x="1510507" y="5130801"/>
            <a:ext cx="9242424" cy="533400"/>
          </a:xfrm>
        </p:spPr>
        <p:txBody>
          <a:bodyPr/>
          <a:lstStyle>
            <a:lvl1pPr marL="0" indent="0" algn="ctr">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9283791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FD2F3-3119-48E2-B464-A93E23C5A60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CE87C6E-3441-429B-A81D-87F8344C068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FC8ECDD1-1369-42FD-BD19-6797742A154C}"/>
              </a:ext>
            </a:extLst>
          </p:cNvPr>
          <p:cNvSpPr>
            <a:spLocks noGrp="1"/>
          </p:cNvSpPr>
          <p:nvPr>
            <p:ph type="sldNum" sz="quarter" idx="12"/>
          </p:nvPr>
        </p:nvSpPr>
        <p:spPr/>
        <p:txBody>
          <a:bodyPr/>
          <a:lstStyle/>
          <a:p>
            <a:fld id="{03DC2DEF-D2FE-4B45-ABA4-9F153FD1C98A}" type="slidenum">
              <a:rPr lang="en-US" smtClean="0"/>
              <a:t>‹#›</a:t>
            </a:fld>
            <a:endParaRPr lang="en-US" dirty="0"/>
          </a:p>
        </p:txBody>
      </p:sp>
    </p:spTree>
    <p:extLst>
      <p:ext uri="{BB962C8B-B14F-4D97-AF65-F5344CB8AC3E}">
        <p14:creationId xmlns:p14="http://schemas.microsoft.com/office/powerpoint/2010/main" val="849792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9C071DB-1B6B-4FC3-A099-12F35734D22D}"/>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35768407-2D97-4F4F-8CB8-4D3668680B64}"/>
              </a:ext>
            </a:extLst>
          </p:cNvPr>
          <p:cNvSpPr/>
          <p:nvPr userDrawn="1"/>
        </p:nvSpPr>
        <p:spPr>
          <a:xfrm>
            <a:off x="371475" y="1460501"/>
            <a:ext cx="5724525" cy="474027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noFill/>
              </a:ln>
            </a:endParaRPr>
          </a:p>
        </p:txBody>
      </p:sp>
      <p:sp>
        <p:nvSpPr>
          <p:cNvPr id="2" name="Title 1">
            <a:extLst>
              <a:ext uri="{FF2B5EF4-FFF2-40B4-BE49-F238E27FC236}">
                <a16:creationId xmlns:a16="http://schemas.microsoft.com/office/drawing/2014/main" id="{E94FD2F3-3119-48E2-B464-A93E23C5A607}"/>
              </a:ext>
            </a:extLst>
          </p:cNvPr>
          <p:cNvSpPr>
            <a:spLocks noGrp="1"/>
          </p:cNvSpPr>
          <p:nvPr>
            <p:ph type="title"/>
          </p:nvPr>
        </p:nvSpPr>
        <p:spPr>
          <a:xfrm>
            <a:off x="1244600" y="260351"/>
            <a:ext cx="9702800" cy="973137"/>
          </a:xfrm>
        </p:spPr>
        <p:txBody>
          <a:bodyPr>
            <a:normAutofit/>
          </a:bodyPr>
          <a:lstStyle>
            <a:lvl1pPr algn="ctr">
              <a:defRPr sz="44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FCE87C6E-3441-429B-A81D-87F8344C068B}"/>
              </a:ext>
            </a:extLst>
          </p:cNvPr>
          <p:cNvSpPr>
            <a:spLocks noGrp="1"/>
          </p:cNvSpPr>
          <p:nvPr>
            <p:ph idx="1"/>
          </p:nvPr>
        </p:nvSpPr>
        <p:spPr>
          <a:xfrm>
            <a:off x="546100" y="1638299"/>
            <a:ext cx="5346700" cy="4381501"/>
          </a:xfrm>
        </p:spPr>
        <p:txBody>
          <a:bodyPr>
            <a:normAutofit/>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FC8ECDD1-1369-42FD-BD19-6797742A154C}"/>
              </a:ext>
            </a:extLst>
          </p:cNvPr>
          <p:cNvSpPr>
            <a:spLocks noGrp="1"/>
          </p:cNvSpPr>
          <p:nvPr>
            <p:ph type="sldNum" sz="quarter" idx="12"/>
          </p:nvPr>
        </p:nvSpPr>
        <p:spPr/>
        <p:txBody>
          <a:bodyPr/>
          <a:lstStyle/>
          <a:p>
            <a:fld id="{03DC2DEF-D2FE-4B45-ABA4-9F153FD1C98A}" type="slidenum">
              <a:rPr lang="en-US" smtClean="0"/>
              <a:t>‹#›</a:t>
            </a:fld>
            <a:endParaRPr lang="en-US" dirty="0"/>
          </a:p>
        </p:txBody>
      </p:sp>
      <p:sp>
        <p:nvSpPr>
          <p:cNvPr id="7" name="Picture Placeholder 6">
            <a:extLst>
              <a:ext uri="{FF2B5EF4-FFF2-40B4-BE49-F238E27FC236}">
                <a16:creationId xmlns:a16="http://schemas.microsoft.com/office/drawing/2014/main" id="{6D4AFEBD-46AA-4A09-AD19-CDD123811A47}"/>
              </a:ext>
            </a:extLst>
          </p:cNvPr>
          <p:cNvSpPr>
            <a:spLocks noGrp="1"/>
          </p:cNvSpPr>
          <p:nvPr>
            <p:ph type="pic" sz="quarter" idx="13"/>
          </p:nvPr>
        </p:nvSpPr>
        <p:spPr>
          <a:xfrm>
            <a:off x="6096000" y="1460501"/>
            <a:ext cx="5795963" cy="4740274"/>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Tree>
    <p:extLst>
      <p:ext uri="{BB962C8B-B14F-4D97-AF65-F5344CB8AC3E}">
        <p14:creationId xmlns:p14="http://schemas.microsoft.com/office/powerpoint/2010/main" val="33771710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4C5F727-FA73-47F4-8647-79441AA996E3}"/>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E94FD2F3-3119-48E2-B464-A93E23C5A607}"/>
              </a:ext>
            </a:extLst>
          </p:cNvPr>
          <p:cNvSpPr>
            <a:spLocks noGrp="1"/>
          </p:cNvSpPr>
          <p:nvPr>
            <p:ph type="title"/>
          </p:nvPr>
        </p:nvSpPr>
        <p:spPr>
          <a:xfrm>
            <a:off x="371476" y="260351"/>
            <a:ext cx="5495926" cy="2138362"/>
          </a:xfrm>
        </p:spPr>
        <p:txBody>
          <a:bodyPr anchor="b">
            <a:noAutofit/>
          </a:bodyPr>
          <a:lstStyle>
            <a:lvl1pPr>
              <a:defRPr sz="5400"/>
            </a:lvl1pPr>
          </a:lstStyle>
          <a:p>
            <a:r>
              <a:rPr lang="en-US" noProof="0"/>
              <a:t>Click to edit Master title style</a:t>
            </a:r>
          </a:p>
        </p:txBody>
      </p:sp>
      <p:sp>
        <p:nvSpPr>
          <p:cNvPr id="3" name="Content Placeholder 2">
            <a:extLst>
              <a:ext uri="{FF2B5EF4-FFF2-40B4-BE49-F238E27FC236}">
                <a16:creationId xmlns:a16="http://schemas.microsoft.com/office/drawing/2014/main" id="{FCE87C6E-3441-429B-A81D-87F8344C068B}"/>
              </a:ext>
            </a:extLst>
          </p:cNvPr>
          <p:cNvSpPr>
            <a:spLocks noGrp="1"/>
          </p:cNvSpPr>
          <p:nvPr>
            <p:ph idx="1"/>
          </p:nvPr>
        </p:nvSpPr>
        <p:spPr>
          <a:xfrm>
            <a:off x="371475" y="2603500"/>
            <a:ext cx="5495926" cy="3573463"/>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Slide Number Placeholder 5">
            <a:extLst>
              <a:ext uri="{FF2B5EF4-FFF2-40B4-BE49-F238E27FC236}">
                <a16:creationId xmlns:a16="http://schemas.microsoft.com/office/drawing/2014/main" id="{FC8ECDD1-1369-42FD-BD19-6797742A154C}"/>
              </a:ext>
            </a:extLst>
          </p:cNvPr>
          <p:cNvSpPr>
            <a:spLocks noGrp="1"/>
          </p:cNvSpPr>
          <p:nvPr>
            <p:ph type="sldNum" sz="quarter" idx="12"/>
          </p:nvPr>
        </p:nvSpPr>
        <p:spPr/>
        <p:txBody>
          <a:bodyPr/>
          <a:lstStyle/>
          <a:p>
            <a:fld id="{03DC2DEF-D2FE-4B45-ABA4-9F153FD1C98A}" type="slidenum">
              <a:rPr lang="en-US" noProof="0" smtClean="0"/>
              <a:t>‹#›</a:t>
            </a:fld>
            <a:endParaRPr lang="en-US" noProof="0" dirty="0"/>
          </a:p>
        </p:txBody>
      </p:sp>
      <p:sp>
        <p:nvSpPr>
          <p:cNvPr id="5" name="Picture Placeholder 1">
            <a:extLst>
              <a:ext uri="{FF2B5EF4-FFF2-40B4-BE49-F238E27FC236}">
                <a16:creationId xmlns:a16="http://schemas.microsoft.com/office/drawing/2014/main" id="{08C777B1-9A90-4B1E-A6AE-9339286077EB}"/>
              </a:ext>
            </a:extLst>
          </p:cNvPr>
          <p:cNvSpPr>
            <a:spLocks noGrp="1"/>
          </p:cNvSpPr>
          <p:nvPr>
            <p:ph type="pic" sz="quarter" idx="10" hasCustomPrompt="1"/>
          </p:nvPr>
        </p:nvSpPr>
        <p:spPr>
          <a:xfrm>
            <a:off x="9191224" y="637283"/>
            <a:ext cx="2692800" cy="2782540"/>
          </a:xfrm>
          <a:custGeom>
            <a:avLst/>
            <a:gdLst>
              <a:gd name="connsiteX0" fmla="*/ 0 w 2692800"/>
              <a:gd name="connsiteY0" fmla="*/ 0 h 2693640"/>
              <a:gd name="connsiteX1" fmla="*/ 2692800 w 2692800"/>
              <a:gd name="connsiteY1" fmla="*/ 0 h 2693640"/>
              <a:gd name="connsiteX2" fmla="*/ 2692800 w 2692800"/>
              <a:gd name="connsiteY2" fmla="*/ 2693640 h 2693640"/>
              <a:gd name="connsiteX3" fmla="*/ 0 w 2692800"/>
              <a:gd name="connsiteY3" fmla="*/ 2693640 h 2693640"/>
            </a:gdLst>
            <a:ahLst/>
            <a:cxnLst>
              <a:cxn ang="0">
                <a:pos x="connsiteX0" y="connsiteY0"/>
              </a:cxn>
              <a:cxn ang="0">
                <a:pos x="connsiteX1" y="connsiteY1"/>
              </a:cxn>
              <a:cxn ang="0">
                <a:pos x="connsiteX2" y="connsiteY2"/>
              </a:cxn>
              <a:cxn ang="0">
                <a:pos x="connsiteX3" y="connsiteY3"/>
              </a:cxn>
            </a:cxnLst>
            <a:rect l="l" t="t" r="r" b="b"/>
            <a:pathLst>
              <a:path w="2692800" h="2693640">
                <a:moveTo>
                  <a:pt x="0" y="0"/>
                </a:moveTo>
                <a:lnTo>
                  <a:pt x="2692800" y="0"/>
                </a:lnTo>
                <a:lnTo>
                  <a:pt x="2692800" y="2693640"/>
                </a:lnTo>
                <a:lnTo>
                  <a:pt x="0" y="2693640"/>
                </a:lnTo>
                <a:close/>
              </a:path>
            </a:pathLst>
          </a:custGeom>
          <a:solidFill>
            <a:schemeClr val="bg1">
              <a:lumMod val="95000"/>
            </a:schemeClr>
          </a:solidFill>
        </p:spPr>
        <p:txBody>
          <a:bodyPr vert="horz" lIns="91440" tIns="45720" rIns="91440" bIns="45720" rtlCol="0">
            <a:normAutofit/>
          </a:bodyPr>
          <a:lstStyle>
            <a:lvl1pPr>
              <a:defRPr lang="en-ID" sz="1800" dirty="0"/>
            </a:lvl1pPr>
          </a:lstStyle>
          <a:p>
            <a:pPr marL="0" lvl="0" indent="0" algn="ctr">
              <a:buNone/>
            </a:pPr>
            <a:r>
              <a:rPr lang="en-US" noProof="0" dirty="0"/>
              <a:t>Add Image Here</a:t>
            </a:r>
          </a:p>
        </p:txBody>
      </p:sp>
      <p:sp>
        <p:nvSpPr>
          <p:cNvPr id="7" name="Picture Placeholder 2">
            <a:extLst>
              <a:ext uri="{FF2B5EF4-FFF2-40B4-BE49-F238E27FC236}">
                <a16:creationId xmlns:a16="http://schemas.microsoft.com/office/drawing/2014/main" id="{0FEA994A-8056-4F3D-9365-B6A362A93EE3}"/>
              </a:ext>
            </a:extLst>
          </p:cNvPr>
          <p:cNvSpPr>
            <a:spLocks noGrp="1"/>
          </p:cNvSpPr>
          <p:nvPr>
            <p:ph type="pic" sz="quarter" idx="11" hasCustomPrompt="1"/>
          </p:nvPr>
        </p:nvSpPr>
        <p:spPr>
          <a:xfrm>
            <a:off x="6498424" y="3430043"/>
            <a:ext cx="2692800" cy="2772320"/>
          </a:xfrm>
          <a:custGeom>
            <a:avLst/>
            <a:gdLst>
              <a:gd name="connsiteX0" fmla="*/ 0 w 2692800"/>
              <a:gd name="connsiteY0" fmla="*/ 0 h 2693640"/>
              <a:gd name="connsiteX1" fmla="*/ 2692800 w 2692800"/>
              <a:gd name="connsiteY1" fmla="*/ 0 h 2693640"/>
              <a:gd name="connsiteX2" fmla="*/ 2692800 w 2692800"/>
              <a:gd name="connsiteY2" fmla="*/ 2693640 h 2693640"/>
              <a:gd name="connsiteX3" fmla="*/ 0 w 2692800"/>
              <a:gd name="connsiteY3" fmla="*/ 2693640 h 2693640"/>
            </a:gdLst>
            <a:ahLst/>
            <a:cxnLst>
              <a:cxn ang="0">
                <a:pos x="connsiteX0" y="connsiteY0"/>
              </a:cxn>
              <a:cxn ang="0">
                <a:pos x="connsiteX1" y="connsiteY1"/>
              </a:cxn>
              <a:cxn ang="0">
                <a:pos x="connsiteX2" y="connsiteY2"/>
              </a:cxn>
              <a:cxn ang="0">
                <a:pos x="connsiteX3" y="connsiteY3"/>
              </a:cxn>
            </a:cxnLst>
            <a:rect l="l" t="t" r="r" b="b"/>
            <a:pathLst>
              <a:path w="2692800" h="2693640">
                <a:moveTo>
                  <a:pt x="0" y="0"/>
                </a:moveTo>
                <a:lnTo>
                  <a:pt x="2692800" y="0"/>
                </a:lnTo>
                <a:lnTo>
                  <a:pt x="2692800" y="2693640"/>
                </a:lnTo>
                <a:lnTo>
                  <a:pt x="0" y="2693640"/>
                </a:lnTo>
                <a:close/>
              </a:path>
            </a:pathLst>
          </a:custGeom>
          <a:solidFill>
            <a:schemeClr val="bg1">
              <a:lumMod val="95000"/>
            </a:schemeClr>
          </a:solidFill>
        </p:spPr>
        <p:txBody>
          <a:bodyPr vert="horz" lIns="91440" tIns="45720" rIns="91440" bIns="45720" rtlCol="0">
            <a:normAutofit/>
          </a:bodyPr>
          <a:lstStyle>
            <a:lvl1pPr>
              <a:defRPr lang="en-ID" sz="1800" dirty="0"/>
            </a:lvl1pPr>
          </a:lstStyle>
          <a:p>
            <a:pPr marL="0" lvl="0" indent="0" algn="ctr">
              <a:buNone/>
            </a:pPr>
            <a:r>
              <a:rPr lang="en-US" noProof="0" dirty="0"/>
              <a:t>Add Image Here</a:t>
            </a:r>
          </a:p>
        </p:txBody>
      </p:sp>
      <p:sp>
        <p:nvSpPr>
          <p:cNvPr id="9" name="Rectangle 8">
            <a:extLst>
              <a:ext uri="{FF2B5EF4-FFF2-40B4-BE49-F238E27FC236}">
                <a16:creationId xmlns:a16="http://schemas.microsoft.com/office/drawing/2014/main" id="{E429E334-587D-4420-9285-C2A5F494582B}"/>
              </a:ext>
            </a:extLst>
          </p:cNvPr>
          <p:cNvSpPr/>
          <p:nvPr userDrawn="1"/>
        </p:nvSpPr>
        <p:spPr>
          <a:xfrm>
            <a:off x="9289522" y="3527226"/>
            <a:ext cx="1248102" cy="12481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ectangle 9">
            <a:extLst>
              <a:ext uri="{FF2B5EF4-FFF2-40B4-BE49-F238E27FC236}">
                <a16:creationId xmlns:a16="http://schemas.microsoft.com/office/drawing/2014/main" id="{F7BD4601-EF26-4D7C-8CB6-95488F17575B}"/>
              </a:ext>
            </a:extLst>
          </p:cNvPr>
          <p:cNvSpPr/>
          <p:nvPr userDrawn="1"/>
        </p:nvSpPr>
        <p:spPr>
          <a:xfrm>
            <a:off x="8621786" y="2848323"/>
            <a:ext cx="496540" cy="49654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id="{91949C41-2679-4E9D-A28C-F0C979F5702B}"/>
              </a:ext>
            </a:extLst>
          </p:cNvPr>
          <p:cNvSpPr/>
          <p:nvPr userDrawn="1"/>
        </p:nvSpPr>
        <p:spPr>
          <a:xfrm>
            <a:off x="8870898" y="2508125"/>
            <a:ext cx="247428" cy="24742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Rectangle 11">
            <a:extLst>
              <a:ext uri="{FF2B5EF4-FFF2-40B4-BE49-F238E27FC236}">
                <a16:creationId xmlns:a16="http://schemas.microsoft.com/office/drawing/2014/main" id="{3454B05D-55FD-4118-B899-4095FF50870D}"/>
              </a:ext>
            </a:extLst>
          </p:cNvPr>
          <p:cNvSpPr/>
          <p:nvPr userDrawn="1"/>
        </p:nvSpPr>
        <p:spPr>
          <a:xfrm>
            <a:off x="0" y="933450"/>
            <a:ext cx="300037" cy="14652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4405330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4C5F727-FA73-47F4-8647-79441AA996E3}"/>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94FD2F3-3119-48E2-B464-A93E23C5A607}"/>
              </a:ext>
            </a:extLst>
          </p:cNvPr>
          <p:cNvSpPr>
            <a:spLocks noGrp="1"/>
          </p:cNvSpPr>
          <p:nvPr>
            <p:ph type="title"/>
          </p:nvPr>
        </p:nvSpPr>
        <p:spPr>
          <a:xfrm>
            <a:off x="371476" y="1016000"/>
            <a:ext cx="3997324" cy="2501899"/>
          </a:xfrm>
        </p:spPr>
        <p:txBody>
          <a:bodyPr anchor="b">
            <a:noAutofit/>
          </a:bodyPr>
          <a:lstStyle>
            <a:lvl1pPr>
              <a:defRPr sz="54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FCE87C6E-3441-429B-A81D-87F8344C068B}"/>
              </a:ext>
            </a:extLst>
          </p:cNvPr>
          <p:cNvSpPr>
            <a:spLocks noGrp="1"/>
          </p:cNvSpPr>
          <p:nvPr>
            <p:ph idx="1"/>
          </p:nvPr>
        </p:nvSpPr>
        <p:spPr>
          <a:xfrm>
            <a:off x="371475" y="3619500"/>
            <a:ext cx="3997325" cy="2557463"/>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FC8ECDD1-1369-42FD-BD19-6797742A154C}"/>
              </a:ext>
            </a:extLst>
          </p:cNvPr>
          <p:cNvSpPr>
            <a:spLocks noGrp="1"/>
          </p:cNvSpPr>
          <p:nvPr>
            <p:ph type="sldNum" sz="quarter" idx="12"/>
          </p:nvPr>
        </p:nvSpPr>
        <p:spPr/>
        <p:txBody>
          <a:bodyPr/>
          <a:lstStyle/>
          <a:p>
            <a:fld id="{03DC2DEF-D2FE-4B45-ABA4-9F153FD1C98A}" type="slidenum">
              <a:rPr lang="en-US" smtClean="0"/>
              <a:t>‹#›</a:t>
            </a:fld>
            <a:endParaRPr lang="en-US" dirty="0"/>
          </a:p>
        </p:txBody>
      </p:sp>
      <p:sp>
        <p:nvSpPr>
          <p:cNvPr id="13" name="Picture Placeholder 6">
            <a:extLst>
              <a:ext uri="{FF2B5EF4-FFF2-40B4-BE49-F238E27FC236}">
                <a16:creationId xmlns:a16="http://schemas.microsoft.com/office/drawing/2014/main" id="{9303FD92-1AC4-4708-B13E-C97E00210D2E}"/>
              </a:ext>
            </a:extLst>
          </p:cNvPr>
          <p:cNvSpPr>
            <a:spLocks noGrp="1"/>
          </p:cNvSpPr>
          <p:nvPr>
            <p:ph type="pic" sz="quarter" idx="13"/>
          </p:nvPr>
        </p:nvSpPr>
        <p:spPr>
          <a:xfrm>
            <a:off x="4902201" y="619125"/>
            <a:ext cx="3454400" cy="5581650"/>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14" name="Picture Placeholder 6">
            <a:extLst>
              <a:ext uri="{FF2B5EF4-FFF2-40B4-BE49-F238E27FC236}">
                <a16:creationId xmlns:a16="http://schemas.microsoft.com/office/drawing/2014/main" id="{F6824EBC-CC6E-4D5A-B85A-DAC55ACE8533}"/>
              </a:ext>
            </a:extLst>
          </p:cNvPr>
          <p:cNvSpPr>
            <a:spLocks noGrp="1"/>
          </p:cNvSpPr>
          <p:nvPr>
            <p:ph type="pic" sz="quarter" idx="14"/>
          </p:nvPr>
        </p:nvSpPr>
        <p:spPr>
          <a:xfrm>
            <a:off x="8432801" y="260351"/>
            <a:ext cx="3454400" cy="5581649"/>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15" name="Rectangle 14">
            <a:extLst>
              <a:ext uri="{FF2B5EF4-FFF2-40B4-BE49-F238E27FC236}">
                <a16:creationId xmlns:a16="http://schemas.microsoft.com/office/drawing/2014/main" id="{43661888-890D-4E0C-8076-65EDFDB7DE27}"/>
              </a:ext>
            </a:extLst>
          </p:cNvPr>
          <p:cNvSpPr/>
          <p:nvPr userDrawn="1"/>
        </p:nvSpPr>
        <p:spPr>
          <a:xfrm>
            <a:off x="8432801" y="5842000"/>
            <a:ext cx="3459162" cy="35877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5AE48EF9-5BAF-4BD7-A6BE-866C0307B69F}"/>
              </a:ext>
            </a:extLst>
          </p:cNvPr>
          <p:cNvSpPr/>
          <p:nvPr userDrawn="1"/>
        </p:nvSpPr>
        <p:spPr>
          <a:xfrm>
            <a:off x="4902201" y="239509"/>
            <a:ext cx="3459162" cy="35877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E8D4A5F4-99AC-4FB3-8A59-AB8D7B4FC7D7}"/>
              </a:ext>
            </a:extLst>
          </p:cNvPr>
          <p:cNvSpPr/>
          <p:nvPr userDrawn="1"/>
        </p:nvSpPr>
        <p:spPr>
          <a:xfrm>
            <a:off x="0" y="1384300"/>
            <a:ext cx="177800" cy="44577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740136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4C5F727-FA73-47F4-8647-79441AA996E3}"/>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94FD2F3-3119-48E2-B464-A93E23C5A607}"/>
              </a:ext>
            </a:extLst>
          </p:cNvPr>
          <p:cNvSpPr>
            <a:spLocks noGrp="1"/>
          </p:cNvSpPr>
          <p:nvPr>
            <p:ph type="title"/>
          </p:nvPr>
        </p:nvSpPr>
        <p:spPr>
          <a:xfrm>
            <a:off x="371476" y="476250"/>
            <a:ext cx="5165724" cy="2557463"/>
          </a:xfrm>
        </p:spPr>
        <p:txBody>
          <a:bodyPr anchor="ctr">
            <a:noAutofit/>
          </a:bodyPr>
          <a:lstStyle>
            <a:lvl1pPr>
              <a:defRPr sz="54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FCE87C6E-3441-429B-A81D-87F8344C068B}"/>
              </a:ext>
            </a:extLst>
          </p:cNvPr>
          <p:cNvSpPr>
            <a:spLocks noGrp="1"/>
          </p:cNvSpPr>
          <p:nvPr>
            <p:ph idx="1"/>
          </p:nvPr>
        </p:nvSpPr>
        <p:spPr>
          <a:xfrm>
            <a:off x="6096000" y="476250"/>
            <a:ext cx="5795963" cy="2557463"/>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FC8ECDD1-1369-42FD-BD19-6797742A154C}"/>
              </a:ext>
            </a:extLst>
          </p:cNvPr>
          <p:cNvSpPr>
            <a:spLocks noGrp="1"/>
          </p:cNvSpPr>
          <p:nvPr>
            <p:ph type="sldNum" sz="quarter" idx="12"/>
          </p:nvPr>
        </p:nvSpPr>
        <p:spPr/>
        <p:txBody>
          <a:bodyPr/>
          <a:lstStyle/>
          <a:p>
            <a:fld id="{03DC2DEF-D2FE-4B45-ABA4-9F153FD1C98A}" type="slidenum">
              <a:rPr lang="en-US" smtClean="0"/>
              <a:t>‹#›</a:t>
            </a:fld>
            <a:endParaRPr lang="en-US" dirty="0"/>
          </a:p>
        </p:txBody>
      </p:sp>
      <p:sp>
        <p:nvSpPr>
          <p:cNvPr id="13" name="Picture Placeholder 6">
            <a:extLst>
              <a:ext uri="{FF2B5EF4-FFF2-40B4-BE49-F238E27FC236}">
                <a16:creationId xmlns:a16="http://schemas.microsoft.com/office/drawing/2014/main" id="{9303FD92-1AC4-4708-B13E-C97E00210D2E}"/>
              </a:ext>
            </a:extLst>
          </p:cNvPr>
          <p:cNvSpPr>
            <a:spLocks noGrp="1"/>
          </p:cNvSpPr>
          <p:nvPr>
            <p:ph type="pic" sz="quarter" idx="13"/>
          </p:nvPr>
        </p:nvSpPr>
        <p:spPr>
          <a:xfrm>
            <a:off x="371476" y="3233941"/>
            <a:ext cx="11520486" cy="2966833"/>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11" name="Rectangle 10">
            <a:extLst>
              <a:ext uri="{FF2B5EF4-FFF2-40B4-BE49-F238E27FC236}">
                <a16:creationId xmlns:a16="http://schemas.microsoft.com/office/drawing/2014/main" id="{0E4979D5-6F1E-40A2-9A8E-8C5AE1AA3B62}"/>
              </a:ext>
            </a:extLst>
          </p:cNvPr>
          <p:cNvSpPr/>
          <p:nvPr userDrawn="1"/>
        </p:nvSpPr>
        <p:spPr>
          <a:xfrm>
            <a:off x="0" y="476250"/>
            <a:ext cx="165100" cy="255746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38796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4C5F727-FA73-47F4-8647-79441AA996E3}"/>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0E4979D5-6F1E-40A2-9A8E-8C5AE1AA3B62}"/>
              </a:ext>
            </a:extLst>
          </p:cNvPr>
          <p:cNvSpPr/>
          <p:nvPr userDrawn="1"/>
        </p:nvSpPr>
        <p:spPr>
          <a:xfrm>
            <a:off x="0" y="0"/>
            <a:ext cx="513805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94FD2F3-3119-48E2-B464-A93E23C5A607}"/>
              </a:ext>
            </a:extLst>
          </p:cNvPr>
          <p:cNvSpPr>
            <a:spLocks noGrp="1"/>
          </p:cNvSpPr>
          <p:nvPr>
            <p:ph type="title"/>
          </p:nvPr>
        </p:nvSpPr>
        <p:spPr>
          <a:xfrm>
            <a:off x="6619197" y="1296176"/>
            <a:ext cx="5272764" cy="1551573"/>
          </a:xfrm>
        </p:spPr>
        <p:txBody>
          <a:bodyPr anchor="b">
            <a:no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FCE87C6E-3441-429B-A81D-87F8344C068B}"/>
              </a:ext>
            </a:extLst>
          </p:cNvPr>
          <p:cNvSpPr>
            <a:spLocks noGrp="1"/>
          </p:cNvSpPr>
          <p:nvPr>
            <p:ph idx="1"/>
          </p:nvPr>
        </p:nvSpPr>
        <p:spPr>
          <a:xfrm>
            <a:off x="6619198" y="3073967"/>
            <a:ext cx="5272764" cy="2557463"/>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FC8ECDD1-1369-42FD-BD19-6797742A154C}"/>
              </a:ext>
            </a:extLst>
          </p:cNvPr>
          <p:cNvSpPr>
            <a:spLocks noGrp="1"/>
          </p:cNvSpPr>
          <p:nvPr>
            <p:ph type="sldNum" sz="quarter" idx="12"/>
          </p:nvPr>
        </p:nvSpPr>
        <p:spPr/>
        <p:txBody>
          <a:bodyPr/>
          <a:lstStyle/>
          <a:p>
            <a:fld id="{03DC2DEF-D2FE-4B45-ABA4-9F153FD1C98A}" type="slidenum">
              <a:rPr lang="en-US" smtClean="0"/>
              <a:t>‹#›</a:t>
            </a:fld>
            <a:endParaRPr lang="en-US" dirty="0"/>
          </a:p>
        </p:txBody>
      </p:sp>
      <p:sp>
        <p:nvSpPr>
          <p:cNvPr id="13" name="Picture Placeholder 6">
            <a:extLst>
              <a:ext uri="{FF2B5EF4-FFF2-40B4-BE49-F238E27FC236}">
                <a16:creationId xmlns:a16="http://schemas.microsoft.com/office/drawing/2014/main" id="{9303FD92-1AC4-4708-B13E-C97E00210D2E}"/>
              </a:ext>
            </a:extLst>
          </p:cNvPr>
          <p:cNvSpPr>
            <a:spLocks noGrp="1"/>
          </p:cNvSpPr>
          <p:nvPr>
            <p:ph type="pic" sz="quarter" idx="13"/>
          </p:nvPr>
        </p:nvSpPr>
        <p:spPr>
          <a:xfrm>
            <a:off x="1117601" y="1016000"/>
            <a:ext cx="5138058" cy="4978400"/>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4" name="Rectangle 3">
            <a:extLst>
              <a:ext uri="{FF2B5EF4-FFF2-40B4-BE49-F238E27FC236}">
                <a16:creationId xmlns:a16="http://schemas.microsoft.com/office/drawing/2014/main" id="{7306EB3B-6A54-45E7-B23D-F9515CC15D12}"/>
              </a:ext>
            </a:extLst>
          </p:cNvPr>
          <p:cNvSpPr/>
          <p:nvPr userDrawn="1"/>
        </p:nvSpPr>
        <p:spPr>
          <a:xfrm>
            <a:off x="0" y="5994400"/>
            <a:ext cx="4093029" cy="8636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7E110354-15BA-4B22-B7CF-3D5BFA5C722D}"/>
              </a:ext>
            </a:extLst>
          </p:cNvPr>
          <p:cNvSpPr/>
          <p:nvPr userDrawn="1"/>
        </p:nvSpPr>
        <p:spPr>
          <a:xfrm>
            <a:off x="2162630" y="873210"/>
            <a:ext cx="4093029" cy="13857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1513572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6_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4C5F727-FA73-47F4-8647-79441AA996E3}"/>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94FD2F3-3119-48E2-B464-A93E23C5A607}"/>
              </a:ext>
            </a:extLst>
          </p:cNvPr>
          <p:cNvSpPr>
            <a:spLocks noGrp="1"/>
          </p:cNvSpPr>
          <p:nvPr>
            <p:ph type="title"/>
          </p:nvPr>
        </p:nvSpPr>
        <p:spPr>
          <a:xfrm>
            <a:off x="371475" y="1783831"/>
            <a:ext cx="3111954" cy="3290338"/>
          </a:xfrm>
        </p:spPr>
        <p:txBody>
          <a:bodyPr anchor="ctr">
            <a:no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FCE87C6E-3441-429B-A81D-87F8344C068B}"/>
              </a:ext>
            </a:extLst>
          </p:cNvPr>
          <p:cNvSpPr>
            <a:spLocks noGrp="1"/>
          </p:cNvSpPr>
          <p:nvPr>
            <p:ph idx="1"/>
          </p:nvPr>
        </p:nvSpPr>
        <p:spPr>
          <a:xfrm>
            <a:off x="7489370" y="1783832"/>
            <a:ext cx="4402592" cy="3290338"/>
          </a:xfrm>
        </p:spPr>
        <p:txBody>
          <a:bodyPr anchor="ct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FC8ECDD1-1369-42FD-BD19-6797742A154C}"/>
              </a:ext>
            </a:extLst>
          </p:cNvPr>
          <p:cNvSpPr>
            <a:spLocks noGrp="1"/>
          </p:cNvSpPr>
          <p:nvPr>
            <p:ph type="sldNum" sz="quarter" idx="12"/>
          </p:nvPr>
        </p:nvSpPr>
        <p:spPr/>
        <p:txBody>
          <a:bodyPr/>
          <a:lstStyle/>
          <a:p>
            <a:fld id="{03DC2DEF-D2FE-4B45-ABA4-9F153FD1C98A}" type="slidenum">
              <a:rPr lang="en-US" smtClean="0"/>
              <a:t>‹#›</a:t>
            </a:fld>
            <a:endParaRPr lang="en-US" dirty="0"/>
          </a:p>
        </p:txBody>
      </p:sp>
      <p:sp>
        <p:nvSpPr>
          <p:cNvPr id="13" name="Picture Placeholder 6">
            <a:extLst>
              <a:ext uri="{FF2B5EF4-FFF2-40B4-BE49-F238E27FC236}">
                <a16:creationId xmlns:a16="http://schemas.microsoft.com/office/drawing/2014/main" id="{9303FD92-1AC4-4708-B13E-C97E00210D2E}"/>
              </a:ext>
            </a:extLst>
          </p:cNvPr>
          <p:cNvSpPr>
            <a:spLocks noGrp="1"/>
          </p:cNvSpPr>
          <p:nvPr>
            <p:ph type="pic" sz="quarter" idx="13"/>
          </p:nvPr>
        </p:nvSpPr>
        <p:spPr>
          <a:xfrm>
            <a:off x="3672114" y="0"/>
            <a:ext cx="3628571" cy="6858000"/>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5" name="Rectangle 4">
            <a:extLst>
              <a:ext uri="{FF2B5EF4-FFF2-40B4-BE49-F238E27FC236}">
                <a16:creationId xmlns:a16="http://schemas.microsoft.com/office/drawing/2014/main" id="{8E16C293-C1E0-4EA5-BDE5-D226D72FC08B}"/>
              </a:ext>
            </a:extLst>
          </p:cNvPr>
          <p:cNvSpPr/>
          <p:nvPr userDrawn="1"/>
        </p:nvSpPr>
        <p:spPr>
          <a:xfrm>
            <a:off x="371475" y="5297714"/>
            <a:ext cx="3111954" cy="156028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DC770C08-8FFF-4293-8E7D-DBFEE4E3E443}"/>
              </a:ext>
            </a:extLst>
          </p:cNvPr>
          <p:cNvSpPr/>
          <p:nvPr userDrawn="1"/>
        </p:nvSpPr>
        <p:spPr>
          <a:xfrm>
            <a:off x="7489370" y="0"/>
            <a:ext cx="4402593" cy="156028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146206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D497887-B1EF-4184-95F4-276A92D54B8F}"/>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4F93C6CC-9D8D-4981-8106-72C617756BD8}"/>
              </a:ext>
            </a:extLst>
          </p:cNvPr>
          <p:cNvSpPr/>
          <p:nvPr userDrawn="1"/>
        </p:nvSpPr>
        <p:spPr>
          <a:xfrm>
            <a:off x="0" y="1389743"/>
            <a:ext cx="12192000" cy="407851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C2FFEDF-1F62-45E5-8000-9689D9DFC4D1}"/>
              </a:ext>
            </a:extLst>
          </p:cNvPr>
          <p:cNvSpPr>
            <a:spLocks noGrp="1"/>
          </p:cNvSpPr>
          <p:nvPr>
            <p:ph type="title"/>
          </p:nvPr>
        </p:nvSpPr>
        <p:spPr>
          <a:xfrm>
            <a:off x="831850" y="2331584"/>
            <a:ext cx="10515600" cy="1500187"/>
          </a:xfrm>
        </p:spPr>
        <p:txBody>
          <a:bodyPr anchor="ctr"/>
          <a:lstStyle>
            <a:lvl1pPr>
              <a:defRPr sz="6000">
                <a:solidFill>
                  <a:schemeClr val="bg1"/>
                </a:solidFil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6F2E6F7-3BE5-4484-A73E-3EFDB7348BB5}"/>
              </a:ext>
            </a:extLst>
          </p:cNvPr>
          <p:cNvSpPr>
            <a:spLocks noGrp="1"/>
          </p:cNvSpPr>
          <p:nvPr>
            <p:ph type="body" idx="1"/>
          </p:nvPr>
        </p:nvSpPr>
        <p:spPr>
          <a:xfrm>
            <a:off x="831850" y="3968071"/>
            <a:ext cx="10515600" cy="805542"/>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6" name="Slide Number Placeholder 5">
            <a:extLst>
              <a:ext uri="{FF2B5EF4-FFF2-40B4-BE49-F238E27FC236}">
                <a16:creationId xmlns:a16="http://schemas.microsoft.com/office/drawing/2014/main" id="{A8D10129-98D8-456D-9925-F02A38DE1423}"/>
              </a:ext>
            </a:extLst>
          </p:cNvPr>
          <p:cNvSpPr>
            <a:spLocks noGrp="1"/>
          </p:cNvSpPr>
          <p:nvPr>
            <p:ph type="sldNum" sz="quarter" idx="12"/>
          </p:nvPr>
        </p:nvSpPr>
        <p:spPr/>
        <p:txBody>
          <a:bodyPr/>
          <a:lstStyle/>
          <a:p>
            <a:fld id="{03DC2DEF-D2FE-4B45-ABA4-9F153FD1C98A}" type="slidenum">
              <a:rPr lang="en-US" smtClean="0"/>
              <a:t>‹#›</a:t>
            </a:fld>
            <a:endParaRPr lang="en-US" dirty="0"/>
          </a:p>
        </p:txBody>
      </p:sp>
      <p:sp>
        <p:nvSpPr>
          <p:cNvPr id="9" name="Rectangle 8">
            <a:extLst>
              <a:ext uri="{FF2B5EF4-FFF2-40B4-BE49-F238E27FC236}">
                <a16:creationId xmlns:a16="http://schemas.microsoft.com/office/drawing/2014/main" id="{919AEFA0-9379-4E32-9D66-976465036916}"/>
              </a:ext>
            </a:extLst>
          </p:cNvPr>
          <p:cNvSpPr/>
          <p:nvPr userDrawn="1"/>
        </p:nvSpPr>
        <p:spPr>
          <a:xfrm>
            <a:off x="371475" y="580571"/>
            <a:ext cx="1573439" cy="150018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64FFB43B-30D9-4055-B912-4E3C85B03657}"/>
              </a:ext>
            </a:extLst>
          </p:cNvPr>
          <p:cNvSpPr/>
          <p:nvPr userDrawn="1"/>
        </p:nvSpPr>
        <p:spPr>
          <a:xfrm>
            <a:off x="7097486" y="5105274"/>
            <a:ext cx="4794477" cy="72596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0288144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D497887-B1EF-4184-95F4-276A92D54B8F}"/>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Rectangle 7">
            <a:extLst>
              <a:ext uri="{FF2B5EF4-FFF2-40B4-BE49-F238E27FC236}">
                <a16:creationId xmlns:a16="http://schemas.microsoft.com/office/drawing/2014/main" id="{4F93C6CC-9D8D-4981-8106-72C617756BD8}"/>
              </a:ext>
            </a:extLst>
          </p:cNvPr>
          <p:cNvSpPr/>
          <p:nvPr userDrawn="1"/>
        </p:nvSpPr>
        <p:spPr>
          <a:xfrm>
            <a:off x="0" y="0"/>
            <a:ext cx="6096000"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Picture Placeholder 6">
            <a:extLst>
              <a:ext uri="{FF2B5EF4-FFF2-40B4-BE49-F238E27FC236}">
                <a16:creationId xmlns:a16="http://schemas.microsoft.com/office/drawing/2014/main" id="{391EAACA-1322-4E60-917E-C7408F539D5D}"/>
              </a:ext>
            </a:extLst>
          </p:cNvPr>
          <p:cNvSpPr>
            <a:spLocks noGrp="1"/>
          </p:cNvSpPr>
          <p:nvPr>
            <p:ph type="pic" sz="quarter" idx="13"/>
          </p:nvPr>
        </p:nvSpPr>
        <p:spPr>
          <a:xfrm>
            <a:off x="371476" y="260350"/>
            <a:ext cx="11520488" cy="6009821"/>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noProof="0"/>
              <a:t>Click icon to add picture</a:t>
            </a:r>
            <a:endParaRPr lang="en-US" noProof="0" dirty="0"/>
          </a:p>
        </p:txBody>
      </p:sp>
      <p:sp>
        <p:nvSpPr>
          <p:cNvPr id="2" name="Title 1">
            <a:extLst>
              <a:ext uri="{FF2B5EF4-FFF2-40B4-BE49-F238E27FC236}">
                <a16:creationId xmlns:a16="http://schemas.microsoft.com/office/drawing/2014/main" id="{4C2FFEDF-1F62-45E5-8000-9689D9DFC4D1}"/>
              </a:ext>
            </a:extLst>
          </p:cNvPr>
          <p:cNvSpPr>
            <a:spLocks noGrp="1"/>
          </p:cNvSpPr>
          <p:nvPr>
            <p:ph type="title"/>
          </p:nvPr>
        </p:nvSpPr>
        <p:spPr>
          <a:xfrm>
            <a:off x="1174750" y="3957831"/>
            <a:ext cx="9620250" cy="1500187"/>
          </a:xfrm>
        </p:spPr>
        <p:txBody>
          <a:bodyPr anchor="ctr"/>
          <a:lstStyle>
            <a:lvl1pPr>
              <a:defRPr sz="6000">
                <a:solidFill>
                  <a:schemeClr val="bg1"/>
                </a:solidFill>
              </a:defRPr>
            </a:lvl1pPr>
          </a:lstStyle>
          <a:p>
            <a:r>
              <a:rPr lang="en-US" noProof="0"/>
              <a:t>Click to edit Master title style</a:t>
            </a:r>
            <a:endParaRPr lang="en-US" noProof="0" dirty="0"/>
          </a:p>
        </p:txBody>
      </p:sp>
      <p:sp>
        <p:nvSpPr>
          <p:cNvPr id="6" name="Slide Number Placeholder 5">
            <a:extLst>
              <a:ext uri="{FF2B5EF4-FFF2-40B4-BE49-F238E27FC236}">
                <a16:creationId xmlns:a16="http://schemas.microsoft.com/office/drawing/2014/main" id="{A8D10129-98D8-456D-9925-F02A38DE1423}"/>
              </a:ext>
            </a:extLst>
          </p:cNvPr>
          <p:cNvSpPr>
            <a:spLocks noGrp="1"/>
          </p:cNvSpPr>
          <p:nvPr>
            <p:ph type="sldNum" sz="quarter" idx="12"/>
          </p:nvPr>
        </p:nvSpPr>
        <p:spPr/>
        <p:txBody>
          <a:bodyPr/>
          <a:lstStyle/>
          <a:p>
            <a:fld id="{03DC2DEF-D2FE-4B45-ABA4-9F153FD1C98A}" type="slidenum">
              <a:rPr lang="en-US" noProof="0" smtClean="0"/>
              <a:t>‹#›</a:t>
            </a:fld>
            <a:endParaRPr lang="en-US" noProof="0" dirty="0"/>
          </a:p>
        </p:txBody>
      </p:sp>
      <p:sp>
        <p:nvSpPr>
          <p:cNvPr id="12" name="Freeform: Shape 11">
            <a:extLst>
              <a:ext uri="{FF2B5EF4-FFF2-40B4-BE49-F238E27FC236}">
                <a16:creationId xmlns:a16="http://schemas.microsoft.com/office/drawing/2014/main" id="{43296215-27AE-462B-9127-E1C932633896}"/>
              </a:ext>
            </a:extLst>
          </p:cNvPr>
          <p:cNvSpPr/>
          <p:nvPr userDrawn="1"/>
        </p:nvSpPr>
        <p:spPr>
          <a:xfrm>
            <a:off x="1093471" y="3843394"/>
            <a:ext cx="1722120" cy="1729060"/>
          </a:xfrm>
          <a:custGeom>
            <a:avLst/>
            <a:gdLst>
              <a:gd name="connsiteX0" fmla="*/ 0 w 2730500"/>
              <a:gd name="connsiteY0" fmla="*/ 0 h 2730500"/>
              <a:gd name="connsiteX1" fmla="*/ 2730500 w 2730500"/>
              <a:gd name="connsiteY1" fmla="*/ 0 h 2730500"/>
              <a:gd name="connsiteX2" fmla="*/ 2730500 w 2730500"/>
              <a:gd name="connsiteY2" fmla="*/ 672834 h 2730500"/>
              <a:gd name="connsiteX3" fmla="*/ 2606675 w 2730500"/>
              <a:gd name="connsiteY3" fmla="*/ 672834 h 2730500"/>
              <a:gd name="connsiteX4" fmla="*/ 2606675 w 2730500"/>
              <a:gd name="connsiteY4" fmla="*/ 116870 h 2730500"/>
              <a:gd name="connsiteX5" fmla="*/ 123826 w 2730500"/>
              <a:gd name="connsiteY5" fmla="*/ 116870 h 2730500"/>
              <a:gd name="connsiteX6" fmla="*/ 123826 w 2730500"/>
              <a:gd name="connsiteY6" fmla="*/ 2613630 h 2730500"/>
              <a:gd name="connsiteX7" fmla="*/ 2606675 w 2730500"/>
              <a:gd name="connsiteY7" fmla="*/ 2613630 h 2730500"/>
              <a:gd name="connsiteX8" fmla="*/ 2606675 w 2730500"/>
              <a:gd name="connsiteY8" fmla="*/ 2066205 h 2730500"/>
              <a:gd name="connsiteX9" fmla="*/ 2730500 w 2730500"/>
              <a:gd name="connsiteY9" fmla="*/ 2066205 h 2730500"/>
              <a:gd name="connsiteX10" fmla="*/ 2730500 w 2730500"/>
              <a:gd name="connsiteY10" fmla="*/ 2730500 h 2730500"/>
              <a:gd name="connsiteX11" fmla="*/ 0 w 2730500"/>
              <a:gd name="connsiteY11" fmla="*/ 2730500 h 273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30500" h="2730500">
                <a:moveTo>
                  <a:pt x="0" y="0"/>
                </a:moveTo>
                <a:lnTo>
                  <a:pt x="2730500" y="0"/>
                </a:lnTo>
                <a:lnTo>
                  <a:pt x="2730500" y="672834"/>
                </a:lnTo>
                <a:lnTo>
                  <a:pt x="2606675" y="672834"/>
                </a:lnTo>
                <a:lnTo>
                  <a:pt x="2606675" y="116870"/>
                </a:lnTo>
                <a:lnTo>
                  <a:pt x="123826" y="116870"/>
                </a:lnTo>
                <a:lnTo>
                  <a:pt x="123826" y="2613630"/>
                </a:lnTo>
                <a:lnTo>
                  <a:pt x="2606675" y="2613630"/>
                </a:lnTo>
                <a:lnTo>
                  <a:pt x="2606675" y="2066205"/>
                </a:lnTo>
                <a:lnTo>
                  <a:pt x="2730500" y="2066205"/>
                </a:lnTo>
                <a:lnTo>
                  <a:pt x="2730500" y="2730500"/>
                </a:lnTo>
                <a:lnTo>
                  <a:pt x="0" y="27305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2274798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D497887-B1EF-4184-95F4-276A92D54B8F}"/>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3" name="Picture Placeholder 32">
            <a:extLst>
              <a:ext uri="{FF2B5EF4-FFF2-40B4-BE49-F238E27FC236}">
                <a16:creationId xmlns:a16="http://schemas.microsoft.com/office/drawing/2014/main" id="{2DB7CFEB-6952-4BC3-B9E0-0C382490F9E6}"/>
              </a:ext>
            </a:extLst>
          </p:cNvPr>
          <p:cNvSpPr>
            <a:spLocks noGrp="1"/>
          </p:cNvSpPr>
          <p:nvPr>
            <p:ph type="pic" sz="quarter" idx="13"/>
          </p:nvPr>
        </p:nvSpPr>
        <p:spPr>
          <a:xfrm>
            <a:off x="5400675" y="260350"/>
            <a:ext cx="6499502" cy="5940425"/>
          </a:xfrm>
          <a:custGeom>
            <a:avLst/>
            <a:gdLst>
              <a:gd name="connsiteX0" fmla="*/ 4432576 w 6499502"/>
              <a:gd name="connsiteY0" fmla="*/ 4057650 h 5940425"/>
              <a:gd name="connsiteX1" fmla="*/ 6499502 w 6499502"/>
              <a:gd name="connsiteY1" fmla="*/ 4057650 h 5940425"/>
              <a:gd name="connsiteX2" fmla="*/ 6499502 w 6499502"/>
              <a:gd name="connsiteY2" fmla="*/ 5940425 h 5940425"/>
              <a:gd name="connsiteX3" fmla="*/ 4432576 w 6499502"/>
              <a:gd name="connsiteY3" fmla="*/ 5940425 h 5940425"/>
              <a:gd name="connsiteX4" fmla="*/ 2216288 w 6499502"/>
              <a:gd name="connsiteY4" fmla="*/ 4057650 h 5940425"/>
              <a:gd name="connsiteX5" fmla="*/ 4283214 w 6499502"/>
              <a:gd name="connsiteY5" fmla="*/ 4057650 h 5940425"/>
              <a:gd name="connsiteX6" fmla="*/ 4283214 w 6499502"/>
              <a:gd name="connsiteY6" fmla="*/ 5940425 h 5940425"/>
              <a:gd name="connsiteX7" fmla="*/ 2216288 w 6499502"/>
              <a:gd name="connsiteY7" fmla="*/ 5940425 h 5940425"/>
              <a:gd name="connsiteX8" fmla="*/ 0 w 6499502"/>
              <a:gd name="connsiteY8" fmla="*/ 4057650 h 5940425"/>
              <a:gd name="connsiteX9" fmla="*/ 2066926 w 6499502"/>
              <a:gd name="connsiteY9" fmla="*/ 4057650 h 5940425"/>
              <a:gd name="connsiteX10" fmla="*/ 2066926 w 6499502"/>
              <a:gd name="connsiteY10" fmla="*/ 5940425 h 5940425"/>
              <a:gd name="connsiteX11" fmla="*/ 0 w 6499502"/>
              <a:gd name="connsiteY11" fmla="*/ 5940425 h 5940425"/>
              <a:gd name="connsiteX12" fmla="*/ 4432576 w 6499502"/>
              <a:gd name="connsiteY12" fmla="*/ 2028825 h 5940425"/>
              <a:gd name="connsiteX13" fmla="*/ 6499502 w 6499502"/>
              <a:gd name="connsiteY13" fmla="*/ 2028825 h 5940425"/>
              <a:gd name="connsiteX14" fmla="*/ 6499502 w 6499502"/>
              <a:gd name="connsiteY14" fmla="*/ 3911600 h 5940425"/>
              <a:gd name="connsiteX15" fmla="*/ 4432576 w 6499502"/>
              <a:gd name="connsiteY15" fmla="*/ 3911600 h 5940425"/>
              <a:gd name="connsiteX16" fmla="*/ 2216288 w 6499502"/>
              <a:gd name="connsiteY16" fmla="*/ 2028825 h 5940425"/>
              <a:gd name="connsiteX17" fmla="*/ 4283214 w 6499502"/>
              <a:gd name="connsiteY17" fmla="*/ 2028825 h 5940425"/>
              <a:gd name="connsiteX18" fmla="*/ 4283214 w 6499502"/>
              <a:gd name="connsiteY18" fmla="*/ 3911600 h 5940425"/>
              <a:gd name="connsiteX19" fmla="*/ 2216288 w 6499502"/>
              <a:gd name="connsiteY19" fmla="*/ 3911600 h 5940425"/>
              <a:gd name="connsiteX20" fmla="*/ 0 w 6499502"/>
              <a:gd name="connsiteY20" fmla="*/ 2028825 h 5940425"/>
              <a:gd name="connsiteX21" fmla="*/ 2066926 w 6499502"/>
              <a:gd name="connsiteY21" fmla="*/ 2028825 h 5940425"/>
              <a:gd name="connsiteX22" fmla="*/ 2066926 w 6499502"/>
              <a:gd name="connsiteY22" fmla="*/ 3911600 h 5940425"/>
              <a:gd name="connsiteX23" fmla="*/ 0 w 6499502"/>
              <a:gd name="connsiteY23" fmla="*/ 3911600 h 5940425"/>
              <a:gd name="connsiteX24" fmla="*/ 4432576 w 6499502"/>
              <a:gd name="connsiteY24" fmla="*/ 0 h 5940425"/>
              <a:gd name="connsiteX25" fmla="*/ 6499502 w 6499502"/>
              <a:gd name="connsiteY25" fmla="*/ 0 h 5940425"/>
              <a:gd name="connsiteX26" fmla="*/ 6499502 w 6499502"/>
              <a:gd name="connsiteY26" fmla="*/ 1882775 h 5940425"/>
              <a:gd name="connsiteX27" fmla="*/ 4432576 w 6499502"/>
              <a:gd name="connsiteY27" fmla="*/ 1882775 h 5940425"/>
              <a:gd name="connsiteX28" fmla="*/ 2216288 w 6499502"/>
              <a:gd name="connsiteY28" fmla="*/ 0 h 5940425"/>
              <a:gd name="connsiteX29" fmla="*/ 4283214 w 6499502"/>
              <a:gd name="connsiteY29" fmla="*/ 0 h 5940425"/>
              <a:gd name="connsiteX30" fmla="*/ 4283214 w 6499502"/>
              <a:gd name="connsiteY30" fmla="*/ 1882775 h 5940425"/>
              <a:gd name="connsiteX31" fmla="*/ 2216288 w 6499502"/>
              <a:gd name="connsiteY31" fmla="*/ 1882775 h 5940425"/>
              <a:gd name="connsiteX32" fmla="*/ 0 w 6499502"/>
              <a:gd name="connsiteY32" fmla="*/ 0 h 5940425"/>
              <a:gd name="connsiteX33" fmla="*/ 2066926 w 6499502"/>
              <a:gd name="connsiteY33" fmla="*/ 0 h 5940425"/>
              <a:gd name="connsiteX34" fmla="*/ 2066926 w 6499502"/>
              <a:gd name="connsiteY34" fmla="*/ 1882775 h 5940425"/>
              <a:gd name="connsiteX35" fmla="*/ 0 w 6499502"/>
              <a:gd name="connsiteY35" fmla="*/ 1882775 h 5940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6499502" h="5940425">
                <a:moveTo>
                  <a:pt x="4432576" y="4057650"/>
                </a:moveTo>
                <a:lnTo>
                  <a:pt x="6499502" y="4057650"/>
                </a:lnTo>
                <a:lnTo>
                  <a:pt x="6499502" y="5940425"/>
                </a:lnTo>
                <a:lnTo>
                  <a:pt x="4432576" y="5940425"/>
                </a:lnTo>
                <a:close/>
                <a:moveTo>
                  <a:pt x="2216288" y="4057650"/>
                </a:moveTo>
                <a:lnTo>
                  <a:pt x="4283214" y="4057650"/>
                </a:lnTo>
                <a:lnTo>
                  <a:pt x="4283214" y="5940425"/>
                </a:lnTo>
                <a:lnTo>
                  <a:pt x="2216288" y="5940425"/>
                </a:lnTo>
                <a:close/>
                <a:moveTo>
                  <a:pt x="0" y="4057650"/>
                </a:moveTo>
                <a:lnTo>
                  <a:pt x="2066926" y="4057650"/>
                </a:lnTo>
                <a:lnTo>
                  <a:pt x="2066926" y="5940425"/>
                </a:lnTo>
                <a:lnTo>
                  <a:pt x="0" y="5940425"/>
                </a:lnTo>
                <a:close/>
                <a:moveTo>
                  <a:pt x="4432576" y="2028825"/>
                </a:moveTo>
                <a:lnTo>
                  <a:pt x="6499502" y="2028825"/>
                </a:lnTo>
                <a:lnTo>
                  <a:pt x="6499502" y="3911600"/>
                </a:lnTo>
                <a:lnTo>
                  <a:pt x="4432576" y="3911600"/>
                </a:lnTo>
                <a:close/>
                <a:moveTo>
                  <a:pt x="2216288" y="2028825"/>
                </a:moveTo>
                <a:lnTo>
                  <a:pt x="4283214" y="2028825"/>
                </a:lnTo>
                <a:lnTo>
                  <a:pt x="4283214" y="3911600"/>
                </a:lnTo>
                <a:lnTo>
                  <a:pt x="2216288" y="3911600"/>
                </a:lnTo>
                <a:close/>
                <a:moveTo>
                  <a:pt x="0" y="2028825"/>
                </a:moveTo>
                <a:lnTo>
                  <a:pt x="2066926" y="2028825"/>
                </a:lnTo>
                <a:lnTo>
                  <a:pt x="2066926" y="3911600"/>
                </a:lnTo>
                <a:lnTo>
                  <a:pt x="0" y="3911600"/>
                </a:lnTo>
                <a:close/>
                <a:moveTo>
                  <a:pt x="4432576" y="0"/>
                </a:moveTo>
                <a:lnTo>
                  <a:pt x="6499502" y="0"/>
                </a:lnTo>
                <a:lnTo>
                  <a:pt x="6499502" y="1882775"/>
                </a:lnTo>
                <a:lnTo>
                  <a:pt x="4432576" y="1882775"/>
                </a:lnTo>
                <a:close/>
                <a:moveTo>
                  <a:pt x="2216288" y="0"/>
                </a:moveTo>
                <a:lnTo>
                  <a:pt x="4283214" y="0"/>
                </a:lnTo>
                <a:lnTo>
                  <a:pt x="4283214" y="1882775"/>
                </a:lnTo>
                <a:lnTo>
                  <a:pt x="2216288" y="1882775"/>
                </a:lnTo>
                <a:close/>
                <a:moveTo>
                  <a:pt x="0" y="0"/>
                </a:moveTo>
                <a:lnTo>
                  <a:pt x="2066926" y="0"/>
                </a:lnTo>
                <a:lnTo>
                  <a:pt x="2066926" y="1882775"/>
                </a:lnTo>
                <a:lnTo>
                  <a:pt x="0" y="1882775"/>
                </a:lnTo>
                <a:close/>
              </a:path>
            </a:pathLst>
          </a:custGeom>
          <a:solidFill>
            <a:schemeClr val="bg1">
              <a:lumMod val="95000"/>
            </a:schemeClr>
          </a:solidFill>
        </p:spPr>
        <p:txBody>
          <a:bodyPr vert="horz" wrap="square" lIns="91440" tIns="45720" rIns="91440" bIns="45720" rtlCol="0" anchor="ctr">
            <a:noAutofit/>
          </a:bodyPr>
          <a:lstStyle>
            <a:lvl1pPr>
              <a:defRPr lang="en-US" sz="1800"/>
            </a:lvl1pPr>
          </a:lstStyle>
          <a:p>
            <a:pPr marL="0" lvl="0" indent="0" algn="ctr">
              <a:buNone/>
            </a:pPr>
            <a:r>
              <a:rPr lang="en-US" noProof="0"/>
              <a:t>Click icon to add picture</a:t>
            </a:r>
            <a:endParaRPr lang="en-US" noProof="0" dirty="0"/>
          </a:p>
        </p:txBody>
      </p:sp>
      <p:sp>
        <p:nvSpPr>
          <p:cNvPr id="2" name="Title 1">
            <a:extLst>
              <a:ext uri="{FF2B5EF4-FFF2-40B4-BE49-F238E27FC236}">
                <a16:creationId xmlns:a16="http://schemas.microsoft.com/office/drawing/2014/main" id="{4C2FFEDF-1F62-45E5-8000-9689D9DFC4D1}"/>
              </a:ext>
            </a:extLst>
          </p:cNvPr>
          <p:cNvSpPr>
            <a:spLocks noGrp="1"/>
          </p:cNvSpPr>
          <p:nvPr>
            <p:ph type="title"/>
          </p:nvPr>
        </p:nvSpPr>
        <p:spPr>
          <a:xfrm>
            <a:off x="371475" y="1596928"/>
            <a:ext cx="4810125" cy="3267268"/>
          </a:xfrm>
        </p:spPr>
        <p:txBody>
          <a:bodyPr anchor="ctr"/>
          <a:lstStyle>
            <a:lvl1pPr>
              <a:defRPr sz="6000">
                <a:solidFill>
                  <a:schemeClr val="accent5"/>
                </a:solidFill>
              </a:defRPr>
            </a:lvl1pPr>
          </a:lstStyle>
          <a:p>
            <a:r>
              <a:rPr lang="en-US" noProof="0"/>
              <a:t>Click to edit Master title style</a:t>
            </a:r>
          </a:p>
        </p:txBody>
      </p:sp>
      <p:sp>
        <p:nvSpPr>
          <p:cNvPr id="6" name="Slide Number Placeholder 5">
            <a:extLst>
              <a:ext uri="{FF2B5EF4-FFF2-40B4-BE49-F238E27FC236}">
                <a16:creationId xmlns:a16="http://schemas.microsoft.com/office/drawing/2014/main" id="{A8D10129-98D8-456D-9925-F02A38DE1423}"/>
              </a:ext>
            </a:extLst>
          </p:cNvPr>
          <p:cNvSpPr>
            <a:spLocks noGrp="1"/>
          </p:cNvSpPr>
          <p:nvPr>
            <p:ph type="sldNum" sz="quarter" idx="12"/>
          </p:nvPr>
        </p:nvSpPr>
        <p:spPr/>
        <p:txBody>
          <a:bodyPr/>
          <a:lstStyle/>
          <a:p>
            <a:fld id="{03DC2DEF-D2FE-4B45-ABA4-9F153FD1C98A}" type="slidenum">
              <a:rPr lang="en-US" noProof="0" smtClean="0"/>
              <a:t>‹#›</a:t>
            </a:fld>
            <a:endParaRPr lang="en-US" noProof="0" dirty="0"/>
          </a:p>
        </p:txBody>
      </p:sp>
      <p:sp>
        <p:nvSpPr>
          <p:cNvPr id="16" name="Rectangle 15">
            <a:extLst>
              <a:ext uri="{FF2B5EF4-FFF2-40B4-BE49-F238E27FC236}">
                <a16:creationId xmlns:a16="http://schemas.microsoft.com/office/drawing/2014/main" id="{A73E3CFC-9652-4E07-82D7-0EC3304CAA1F}"/>
              </a:ext>
            </a:extLst>
          </p:cNvPr>
          <p:cNvSpPr/>
          <p:nvPr userDrawn="1"/>
        </p:nvSpPr>
        <p:spPr>
          <a:xfrm>
            <a:off x="3933498" y="4952673"/>
            <a:ext cx="1248102" cy="12481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Rectangle 16">
            <a:extLst>
              <a:ext uri="{FF2B5EF4-FFF2-40B4-BE49-F238E27FC236}">
                <a16:creationId xmlns:a16="http://schemas.microsoft.com/office/drawing/2014/main" id="{76B43515-5C7A-4125-B76D-8A24D2BBE5EC}"/>
              </a:ext>
            </a:extLst>
          </p:cNvPr>
          <p:cNvSpPr/>
          <p:nvPr userDrawn="1"/>
        </p:nvSpPr>
        <p:spPr>
          <a:xfrm>
            <a:off x="371475" y="1011911"/>
            <a:ext cx="496540" cy="49654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ectangle 17">
            <a:extLst>
              <a:ext uri="{FF2B5EF4-FFF2-40B4-BE49-F238E27FC236}">
                <a16:creationId xmlns:a16="http://schemas.microsoft.com/office/drawing/2014/main" id="{0C9A713B-4176-4C86-9E87-4ADBD6F444FB}"/>
              </a:ext>
            </a:extLst>
          </p:cNvPr>
          <p:cNvSpPr/>
          <p:nvPr userDrawn="1"/>
        </p:nvSpPr>
        <p:spPr>
          <a:xfrm>
            <a:off x="620587" y="671713"/>
            <a:ext cx="247428" cy="24742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1622333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_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D497887-B1EF-4184-95F4-276A92D54B8F}"/>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C2FFEDF-1F62-45E5-8000-9689D9DFC4D1}"/>
              </a:ext>
            </a:extLst>
          </p:cNvPr>
          <p:cNvSpPr>
            <a:spLocks noGrp="1"/>
          </p:cNvSpPr>
          <p:nvPr>
            <p:ph type="title"/>
          </p:nvPr>
        </p:nvSpPr>
        <p:spPr>
          <a:xfrm>
            <a:off x="371475" y="3917949"/>
            <a:ext cx="6915150" cy="2268337"/>
          </a:xfrm>
        </p:spPr>
        <p:txBody>
          <a:bodyPr anchor="ctr"/>
          <a:lstStyle>
            <a:lvl1pPr>
              <a:defRPr sz="6000">
                <a:solidFill>
                  <a:schemeClr val="tx1"/>
                </a:solidFill>
              </a:defRPr>
            </a:lvl1pPr>
          </a:lstStyle>
          <a:p>
            <a:r>
              <a:rPr lang="en-US" noProof="0"/>
              <a:t>Click to edit Master title style</a:t>
            </a:r>
          </a:p>
        </p:txBody>
      </p:sp>
      <p:sp>
        <p:nvSpPr>
          <p:cNvPr id="6" name="Slide Number Placeholder 5">
            <a:extLst>
              <a:ext uri="{FF2B5EF4-FFF2-40B4-BE49-F238E27FC236}">
                <a16:creationId xmlns:a16="http://schemas.microsoft.com/office/drawing/2014/main" id="{A8D10129-98D8-456D-9925-F02A38DE1423}"/>
              </a:ext>
            </a:extLst>
          </p:cNvPr>
          <p:cNvSpPr>
            <a:spLocks noGrp="1"/>
          </p:cNvSpPr>
          <p:nvPr>
            <p:ph type="sldNum" sz="quarter" idx="12"/>
          </p:nvPr>
        </p:nvSpPr>
        <p:spPr/>
        <p:txBody>
          <a:bodyPr/>
          <a:lstStyle/>
          <a:p>
            <a:fld id="{03DC2DEF-D2FE-4B45-ABA4-9F153FD1C98A}" type="slidenum">
              <a:rPr lang="en-US" noProof="0" smtClean="0"/>
              <a:t>‹#›</a:t>
            </a:fld>
            <a:endParaRPr lang="en-US" noProof="0" dirty="0"/>
          </a:p>
        </p:txBody>
      </p:sp>
      <p:sp>
        <p:nvSpPr>
          <p:cNvPr id="16" name="Rectangle 15">
            <a:extLst>
              <a:ext uri="{FF2B5EF4-FFF2-40B4-BE49-F238E27FC236}">
                <a16:creationId xmlns:a16="http://schemas.microsoft.com/office/drawing/2014/main" id="{A73E3CFC-9652-4E07-82D7-0EC3304CAA1F}"/>
              </a:ext>
            </a:extLst>
          </p:cNvPr>
          <p:cNvSpPr/>
          <p:nvPr userDrawn="1"/>
        </p:nvSpPr>
        <p:spPr>
          <a:xfrm>
            <a:off x="5222179" y="2327274"/>
            <a:ext cx="2176462" cy="15112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Rectangle 25">
            <a:extLst>
              <a:ext uri="{FF2B5EF4-FFF2-40B4-BE49-F238E27FC236}">
                <a16:creationId xmlns:a16="http://schemas.microsoft.com/office/drawing/2014/main" id="{DFA0623C-0B34-4074-8AA0-6428A5AF07A3}"/>
              </a:ext>
            </a:extLst>
          </p:cNvPr>
          <p:cNvSpPr/>
          <p:nvPr userDrawn="1"/>
        </p:nvSpPr>
        <p:spPr>
          <a:xfrm>
            <a:off x="7468839" y="3917949"/>
            <a:ext cx="2176462" cy="228282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3" name="Picture Placeholder 32">
            <a:extLst>
              <a:ext uri="{FF2B5EF4-FFF2-40B4-BE49-F238E27FC236}">
                <a16:creationId xmlns:a16="http://schemas.microsoft.com/office/drawing/2014/main" id="{B5D335A5-A601-4D8A-AEF5-F34792FF565A}"/>
              </a:ext>
            </a:extLst>
          </p:cNvPr>
          <p:cNvSpPr>
            <a:spLocks noGrp="1"/>
          </p:cNvSpPr>
          <p:nvPr>
            <p:ph type="pic" sz="quarter" idx="21"/>
          </p:nvPr>
        </p:nvSpPr>
        <p:spPr>
          <a:xfrm>
            <a:off x="371474" y="260351"/>
            <a:ext cx="11520489" cy="5940424"/>
          </a:xfrm>
          <a:custGeom>
            <a:avLst/>
            <a:gdLst>
              <a:gd name="connsiteX0" fmla="*/ 9344026 w 11520489"/>
              <a:gd name="connsiteY0" fmla="*/ 3657598 h 5940424"/>
              <a:gd name="connsiteX1" fmla="*/ 11520489 w 11520489"/>
              <a:gd name="connsiteY1" fmla="*/ 3657598 h 5940424"/>
              <a:gd name="connsiteX2" fmla="*/ 11520489 w 11520489"/>
              <a:gd name="connsiteY2" fmla="*/ 5940424 h 5940424"/>
              <a:gd name="connsiteX3" fmla="*/ 9344026 w 11520489"/>
              <a:gd name="connsiteY3" fmla="*/ 5940424 h 5940424"/>
              <a:gd name="connsiteX4" fmla="*/ 9344026 w 11520489"/>
              <a:gd name="connsiteY4" fmla="*/ 2066924 h 5940424"/>
              <a:gd name="connsiteX5" fmla="*/ 11520489 w 11520489"/>
              <a:gd name="connsiteY5" fmla="*/ 2066924 h 5940424"/>
              <a:gd name="connsiteX6" fmla="*/ 11520489 w 11520489"/>
              <a:gd name="connsiteY6" fmla="*/ 3578224 h 5940424"/>
              <a:gd name="connsiteX7" fmla="*/ 9344026 w 11520489"/>
              <a:gd name="connsiteY7" fmla="*/ 3578224 h 5940424"/>
              <a:gd name="connsiteX8" fmla="*/ 7097365 w 11520489"/>
              <a:gd name="connsiteY8" fmla="*/ 2066924 h 5940424"/>
              <a:gd name="connsiteX9" fmla="*/ 9273828 w 11520489"/>
              <a:gd name="connsiteY9" fmla="*/ 2066924 h 5940424"/>
              <a:gd name="connsiteX10" fmla="*/ 9273828 w 11520489"/>
              <a:gd name="connsiteY10" fmla="*/ 3578224 h 5940424"/>
              <a:gd name="connsiteX11" fmla="*/ 7097365 w 11520489"/>
              <a:gd name="connsiteY11" fmla="*/ 3578224 h 5940424"/>
              <a:gd name="connsiteX12" fmla="*/ 2604044 w 11520489"/>
              <a:gd name="connsiteY12" fmla="*/ 2066923 h 5940424"/>
              <a:gd name="connsiteX13" fmla="*/ 4780506 w 11520489"/>
              <a:gd name="connsiteY13" fmla="*/ 2066923 h 5940424"/>
              <a:gd name="connsiteX14" fmla="*/ 4780506 w 11520489"/>
              <a:gd name="connsiteY14" fmla="*/ 3578222 h 5940424"/>
              <a:gd name="connsiteX15" fmla="*/ 2604044 w 11520489"/>
              <a:gd name="connsiteY15" fmla="*/ 3578222 h 5940424"/>
              <a:gd name="connsiteX16" fmla="*/ 0 w 11520489"/>
              <a:gd name="connsiteY16" fmla="*/ 2066923 h 5940424"/>
              <a:gd name="connsiteX17" fmla="*/ 2533843 w 11520489"/>
              <a:gd name="connsiteY17" fmla="*/ 2066923 h 5940424"/>
              <a:gd name="connsiteX18" fmla="*/ 2533843 w 11520489"/>
              <a:gd name="connsiteY18" fmla="*/ 3578222 h 5940424"/>
              <a:gd name="connsiteX19" fmla="*/ 0 w 11520489"/>
              <a:gd name="connsiteY19" fmla="*/ 3578222 h 5940424"/>
              <a:gd name="connsiteX20" fmla="*/ 2604046 w 11520489"/>
              <a:gd name="connsiteY20" fmla="*/ 0 h 5940424"/>
              <a:gd name="connsiteX21" fmla="*/ 4780509 w 11520489"/>
              <a:gd name="connsiteY21" fmla="*/ 0 h 5940424"/>
              <a:gd name="connsiteX22" fmla="*/ 4780509 w 11520489"/>
              <a:gd name="connsiteY22" fmla="*/ 1987550 h 5940424"/>
              <a:gd name="connsiteX23" fmla="*/ 2604046 w 11520489"/>
              <a:gd name="connsiteY23" fmla="*/ 1987550 h 5940424"/>
              <a:gd name="connsiteX24" fmla="*/ 2 w 11520489"/>
              <a:gd name="connsiteY24" fmla="*/ 0 h 5940424"/>
              <a:gd name="connsiteX25" fmla="*/ 2533845 w 11520489"/>
              <a:gd name="connsiteY25" fmla="*/ 0 h 5940424"/>
              <a:gd name="connsiteX26" fmla="*/ 2533845 w 11520489"/>
              <a:gd name="connsiteY26" fmla="*/ 1987550 h 5940424"/>
              <a:gd name="connsiteX27" fmla="*/ 2 w 11520489"/>
              <a:gd name="connsiteY27" fmla="*/ 1987550 h 5940424"/>
              <a:gd name="connsiteX28" fmla="*/ 7097365 w 11520489"/>
              <a:gd name="connsiteY28" fmla="*/ 0 h 5940424"/>
              <a:gd name="connsiteX29" fmla="*/ 9273828 w 11520489"/>
              <a:gd name="connsiteY29" fmla="*/ 0 h 5940424"/>
              <a:gd name="connsiteX30" fmla="*/ 9273828 w 11520489"/>
              <a:gd name="connsiteY30" fmla="*/ 1987550 h 5940424"/>
              <a:gd name="connsiteX31" fmla="*/ 7097365 w 11520489"/>
              <a:gd name="connsiteY31" fmla="*/ 1987550 h 5940424"/>
              <a:gd name="connsiteX32" fmla="*/ 4850705 w 11520489"/>
              <a:gd name="connsiteY32" fmla="*/ 0 h 5940424"/>
              <a:gd name="connsiteX33" fmla="*/ 7027168 w 11520489"/>
              <a:gd name="connsiteY33" fmla="*/ 0 h 5940424"/>
              <a:gd name="connsiteX34" fmla="*/ 7027168 w 11520489"/>
              <a:gd name="connsiteY34" fmla="*/ 1987550 h 5940424"/>
              <a:gd name="connsiteX35" fmla="*/ 4850705 w 11520489"/>
              <a:gd name="connsiteY35" fmla="*/ 1987550 h 5940424"/>
              <a:gd name="connsiteX36" fmla="*/ 9344025 w 11520489"/>
              <a:gd name="connsiteY36" fmla="*/ 0 h 5940424"/>
              <a:gd name="connsiteX37" fmla="*/ 11520488 w 11520489"/>
              <a:gd name="connsiteY37" fmla="*/ 0 h 5940424"/>
              <a:gd name="connsiteX38" fmla="*/ 11520488 w 11520489"/>
              <a:gd name="connsiteY38" fmla="*/ 1987550 h 5940424"/>
              <a:gd name="connsiteX39" fmla="*/ 9344025 w 11520489"/>
              <a:gd name="connsiteY39" fmla="*/ 1987550 h 5940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1520489" h="5940424">
                <a:moveTo>
                  <a:pt x="9344026" y="3657598"/>
                </a:moveTo>
                <a:lnTo>
                  <a:pt x="11520489" y="3657598"/>
                </a:lnTo>
                <a:lnTo>
                  <a:pt x="11520489" y="5940424"/>
                </a:lnTo>
                <a:lnTo>
                  <a:pt x="9344026" y="5940424"/>
                </a:lnTo>
                <a:close/>
                <a:moveTo>
                  <a:pt x="9344026" y="2066924"/>
                </a:moveTo>
                <a:lnTo>
                  <a:pt x="11520489" y="2066924"/>
                </a:lnTo>
                <a:lnTo>
                  <a:pt x="11520489" y="3578224"/>
                </a:lnTo>
                <a:lnTo>
                  <a:pt x="9344026" y="3578224"/>
                </a:lnTo>
                <a:close/>
                <a:moveTo>
                  <a:pt x="7097365" y="2066924"/>
                </a:moveTo>
                <a:lnTo>
                  <a:pt x="9273828" y="2066924"/>
                </a:lnTo>
                <a:lnTo>
                  <a:pt x="9273828" y="3578224"/>
                </a:lnTo>
                <a:lnTo>
                  <a:pt x="7097365" y="3578224"/>
                </a:lnTo>
                <a:close/>
                <a:moveTo>
                  <a:pt x="2604044" y="2066923"/>
                </a:moveTo>
                <a:lnTo>
                  <a:pt x="4780506" y="2066923"/>
                </a:lnTo>
                <a:lnTo>
                  <a:pt x="4780506" y="3578222"/>
                </a:lnTo>
                <a:lnTo>
                  <a:pt x="2604044" y="3578222"/>
                </a:lnTo>
                <a:close/>
                <a:moveTo>
                  <a:pt x="0" y="2066923"/>
                </a:moveTo>
                <a:lnTo>
                  <a:pt x="2533843" y="2066923"/>
                </a:lnTo>
                <a:lnTo>
                  <a:pt x="2533843" y="3578222"/>
                </a:lnTo>
                <a:lnTo>
                  <a:pt x="0" y="3578222"/>
                </a:lnTo>
                <a:close/>
                <a:moveTo>
                  <a:pt x="2604046" y="0"/>
                </a:moveTo>
                <a:lnTo>
                  <a:pt x="4780509" y="0"/>
                </a:lnTo>
                <a:lnTo>
                  <a:pt x="4780509" y="1987550"/>
                </a:lnTo>
                <a:lnTo>
                  <a:pt x="2604046" y="1987550"/>
                </a:lnTo>
                <a:close/>
                <a:moveTo>
                  <a:pt x="2" y="0"/>
                </a:moveTo>
                <a:lnTo>
                  <a:pt x="2533845" y="0"/>
                </a:lnTo>
                <a:lnTo>
                  <a:pt x="2533845" y="1987550"/>
                </a:lnTo>
                <a:lnTo>
                  <a:pt x="2" y="1987550"/>
                </a:lnTo>
                <a:close/>
                <a:moveTo>
                  <a:pt x="7097365" y="0"/>
                </a:moveTo>
                <a:lnTo>
                  <a:pt x="9273828" y="0"/>
                </a:lnTo>
                <a:lnTo>
                  <a:pt x="9273828" y="1987550"/>
                </a:lnTo>
                <a:lnTo>
                  <a:pt x="7097365" y="1987550"/>
                </a:lnTo>
                <a:close/>
                <a:moveTo>
                  <a:pt x="4850705" y="0"/>
                </a:moveTo>
                <a:lnTo>
                  <a:pt x="7027168" y="0"/>
                </a:lnTo>
                <a:lnTo>
                  <a:pt x="7027168" y="1987550"/>
                </a:lnTo>
                <a:lnTo>
                  <a:pt x="4850705" y="1987550"/>
                </a:lnTo>
                <a:close/>
                <a:moveTo>
                  <a:pt x="9344025" y="0"/>
                </a:moveTo>
                <a:lnTo>
                  <a:pt x="11520488" y="0"/>
                </a:lnTo>
                <a:lnTo>
                  <a:pt x="11520488" y="1987550"/>
                </a:lnTo>
                <a:lnTo>
                  <a:pt x="9344025" y="1987550"/>
                </a:lnTo>
                <a:close/>
              </a:path>
            </a:pathLst>
          </a:custGeom>
          <a:solidFill>
            <a:schemeClr val="bg1">
              <a:lumMod val="95000"/>
            </a:schemeClr>
          </a:solidFill>
        </p:spPr>
        <p:txBody>
          <a:bodyPr vert="horz" wrap="square" lIns="91440" tIns="45720" rIns="91440" bIns="45720" rtlCol="0" anchor="t">
            <a:noAutofit/>
          </a:bodyPr>
          <a:lstStyle>
            <a:lvl1pPr>
              <a:defRPr lang="en-US" sz="1800"/>
            </a:lvl1pPr>
          </a:lstStyle>
          <a:p>
            <a:pPr marL="0" lvl="0" indent="0" algn="ctr">
              <a:buNone/>
            </a:pPr>
            <a:r>
              <a:rPr lang="en-US" noProof="0"/>
              <a:t>Click icon to add picture</a:t>
            </a:r>
            <a:endParaRPr lang="en-US" noProof="0" dirty="0"/>
          </a:p>
        </p:txBody>
      </p:sp>
    </p:spTree>
    <p:extLst>
      <p:ext uri="{BB962C8B-B14F-4D97-AF65-F5344CB8AC3E}">
        <p14:creationId xmlns:p14="http://schemas.microsoft.com/office/powerpoint/2010/main" val="28833402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_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D497887-B1EF-4184-95F4-276A92D54B8F}"/>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C2FFEDF-1F62-45E5-8000-9689D9DFC4D1}"/>
              </a:ext>
            </a:extLst>
          </p:cNvPr>
          <p:cNvSpPr>
            <a:spLocks noGrp="1"/>
          </p:cNvSpPr>
          <p:nvPr>
            <p:ph type="title"/>
          </p:nvPr>
        </p:nvSpPr>
        <p:spPr>
          <a:xfrm>
            <a:off x="876300" y="4406207"/>
            <a:ext cx="10439400" cy="1175444"/>
          </a:xfrm>
        </p:spPr>
        <p:txBody>
          <a:bodyPr anchor="ctr"/>
          <a:lstStyle>
            <a:lvl1pPr algn="ctr">
              <a:defRPr sz="6000">
                <a:solidFill>
                  <a:schemeClr val="accent1"/>
                </a:solidFill>
              </a:defRPr>
            </a:lvl1pPr>
          </a:lstStyle>
          <a:p>
            <a:r>
              <a:rPr lang="en-US" noProof="0"/>
              <a:t>Click to edit Master title style</a:t>
            </a:r>
          </a:p>
        </p:txBody>
      </p:sp>
      <p:sp>
        <p:nvSpPr>
          <p:cNvPr id="6" name="Slide Number Placeholder 5">
            <a:extLst>
              <a:ext uri="{FF2B5EF4-FFF2-40B4-BE49-F238E27FC236}">
                <a16:creationId xmlns:a16="http://schemas.microsoft.com/office/drawing/2014/main" id="{A8D10129-98D8-456D-9925-F02A38DE1423}"/>
              </a:ext>
            </a:extLst>
          </p:cNvPr>
          <p:cNvSpPr>
            <a:spLocks noGrp="1"/>
          </p:cNvSpPr>
          <p:nvPr>
            <p:ph type="sldNum" sz="quarter" idx="12"/>
          </p:nvPr>
        </p:nvSpPr>
        <p:spPr/>
        <p:txBody>
          <a:bodyPr/>
          <a:lstStyle/>
          <a:p>
            <a:fld id="{03DC2DEF-D2FE-4B45-ABA4-9F153FD1C98A}" type="slidenum">
              <a:rPr lang="en-US" noProof="0" smtClean="0"/>
              <a:t>‹#›</a:t>
            </a:fld>
            <a:endParaRPr lang="en-US" noProof="0" dirty="0"/>
          </a:p>
        </p:txBody>
      </p:sp>
      <p:sp>
        <p:nvSpPr>
          <p:cNvPr id="16" name="Rectangle 15">
            <a:extLst>
              <a:ext uri="{FF2B5EF4-FFF2-40B4-BE49-F238E27FC236}">
                <a16:creationId xmlns:a16="http://schemas.microsoft.com/office/drawing/2014/main" id="{A73E3CFC-9652-4E07-82D7-0EC3304CAA1F}"/>
              </a:ext>
            </a:extLst>
          </p:cNvPr>
          <p:cNvSpPr/>
          <p:nvPr userDrawn="1"/>
        </p:nvSpPr>
        <p:spPr>
          <a:xfrm>
            <a:off x="0" y="0"/>
            <a:ext cx="12191999" cy="284797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Picture Placeholder 6">
            <a:extLst>
              <a:ext uri="{FF2B5EF4-FFF2-40B4-BE49-F238E27FC236}">
                <a16:creationId xmlns:a16="http://schemas.microsoft.com/office/drawing/2014/main" id="{230D70C6-13FD-45D4-8FB6-26C56B8FF2D4}"/>
              </a:ext>
            </a:extLst>
          </p:cNvPr>
          <p:cNvSpPr>
            <a:spLocks noGrp="1"/>
          </p:cNvSpPr>
          <p:nvPr>
            <p:ph type="pic" sz="quarter" idx="13"/>
          </p:nvPr>
        </p:nvSpPr>
        <p:spPr>
          <a:xfrm>
            <a:off x="371476" y="260350"/>
            <a:ext cx="11520488" cy="3657599"/>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noProof="0"/>
              <a:t>Click icon to add picture</a:t>
            </a:r>
            <a:endParaRPr lang="en-US" noProof="0" dirty="0"/>
          </a:p>
        </p:txBody>
      </p:sp>
      <p:sp>
        <p:nvSpPr>
          <p:cNvPr id="3" name="Rectangle 2">
            <a:extLst>
              <a:ext uri="{FF2B5EF4-FFF2-40B4-BE49-F238E27FC236}">
                <a16:creationId xmlns:a16="http://schemas.microsoft.com/office/drawing/2014/main" id="{E10ED78A-2A17-41C4-9030-D406C56DDF4A}"/>
              </a:ext>
            </a:extLst>
          </p:cNvPr>
          <p:cNvSpPr/>
          <p:nvPr userDrawn="1"/>
        </p:nvSpPr>
        <p:spPr>
          <a:xfrm>
            <a:off x="5795961" y="3914082"/>
            <a:ext cx="600075" cy="29189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345445827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A6C789F-805A-4494-8430-C63414191AC2}"/>
              </a:ext>
            </a:extLst>
          </p:cNvPr>
          <p:cNvSpPr/>
          <p:nvPr userDrawn="1"/>
        </p:nvSpPr>
        <p:spPr>
          <a:xfrm>
            <a:off x="371475" y="1526382"/>
            <a:ext cx="3595688" cy="45624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A5A73287-EED0-4EEC-8007-E2C13366027B}"/>
              </a:ext>
            </a:extLst>
          </p:cNvPr>
          <p:cNvSpPr/>
          <p:nvPr userDrawn="1"/>
        </p:nvSpPr>
        <p:spPr>
          <a:xfrm>
            <a:off x="8224838" y="1526382"/>
            <a:ext cx="3595688" cy="456247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E3A6AA5-A315-455E-B5C7-E53E3746ED8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E60534E-DE82-45F4-8E2E-DA97F169177F}"/>
              </a:ext>
            </a:extLst>
          </p:cNvPr>
          <p:cNvSpPr>
            <a:spLocks noGrp="1"/>
          </p:cNvSpPr>
          <p:nvPr>
            <p:ph sz="half" idx="1"/>
          </p:nvPr>
        </p:nvSpPr>
        <p:spPr>
          <a:xfrm>
            <a:off x="581026" y="1724025"/>
            <a:ext cx="3143250" cy="4191000"/>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23F1116B-C8B0-450D-83F6-49C4ABB22CCD}"/>
              </a:ext>
            </a:extLst>
          </p:cNvPr>
          <p:cNvSpPr>
            <a:spLocks noGrp="1"/>
          </p:cNvSpPr>
          <p:nvPr>
            <p:ph sz="half" idx="2"/>
          </p:nvPr>
        </p:nvSpPr>
        <p:spPr>
          <a:xfrm>
            <a:off x="8451282" y="1712119"/>
            <a:ext cx="3142800" cy="4191000"/>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a:extLst>
              <a:ext uri="{FF2B5EF4-FFF2-40B4-BE49-F238E27FC236}">
                <a16:creationId xmlns:a16="http://schemas.microsoft.com/office/drawing/2014/main" id="{2C182A82-4FBE-4689-B739-692549B4030D}"/>
              </a:ext>
            </a:extLst>
          </p:cNvPr>
          <p:cNvSpPr>
            <a:spLocks noGrp="1"/>
          </p:cNvSpPr>
          <p:nvPr>
            <p:ph type="sldNum" sz="quarter" idx="12"/>
          </p:nvPr>
        </p:nvSpPr>
        <p:spPr/>
        <p:txBody>
          <a:bodyPr/>
          <a:lstStyle/>
          <a:p>
            <a:fld id="{03DC2DEF-D2FE-4B45-ABA4-9F153FD1C98A}" type="slidenum">
              <a:rPr lang="en-US" smtClean="0"/>
              <a:t>‹#›</a:t>
            </a:fld>
            <a:endParaRPr lang="en-US" dirty="0"/>
          </a:p>
        </p:txBody>
      </p:sp>
      <p:sp>
        <p:nvSpPr>
          <p:cNvPr id="8" name="Picture Placeholder 6">
            <a:extLst>
              <a:ext uri="{FF2B5EF4-FFF2-40B4-BE49-F238E27FC236}">
                <a16:creationId xmlns:a16="http://schemas.microsoft.com/office/drawing/2014/main" id="{4DC80855-A1B8-4B65-B6F6-2AA6239EC246}"/>
              </a:ext>
            </a:extLst>
          </p:cNvPr>
          <p:cNvSpPr>
            <a:spLocks noGrp="1"/>
          </p:cNvSpPr>
          <p:nvPr>
            <p:ph type="pic" sz="quarter" idx="13"/>
          </p:nvPr>
        </p:nvSpPr>
        <p:spPr>
          <a:xfrm>
            <a:off x="3967163" y="1233488"/>
            <a:ext cx="4257675" cy="5148262"/>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Tree>
    <p:extLst>
      <p:ext uri="{BB962C8B-B14F-4D97-AF65-F5344CB8AC3E}">
        <p14:creationId xmlns:p14="http://schemas.microsoft.com/office/powerpoint/2010/main" val="218766154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A73287-EED0-4EEC-8007-E2C13366027B}"/>
              </a:ext>
            </a:extLst>
          </p:cNvPr>
          <p:cNvSpPr/>
          <p:nvPr userDrawn="1"/>
        </p:nvSpPr>
        <p:spPr>
          <a:xfrm>
            <a:off x="6200775" y="1233487"/>
            <a:ext cx="5619751" cy="273367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E3A6AA5-A315-455E-B5C7-E53E3746ED81}"/>
              </a:ext>
            </a:extLst>
          </p:cNvPr>
          <p:cNvSpPr>
            <a:spLocks noGrp="1"/>
          </p:cNvSpPr>
          <p:nvPr>
            <p:ph type="title"/>
          </p:nvPr>
        </p:nvSpPr>
        <p:spPr/>
        <p:txBody>
          <a:bodyPr/>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23F1116B-C8B0-450D-83F6-49C4ABB22CCD}"/>
              </a:ext>
            </a:extLst>
          </p:cNvPr>
          <p:cNvSpPr>
            <a:spLocks noGrp="1"/>
          </p:cNvSpPr>
          <p:nvPr>
            <p:ph sz="half" idx="2"/>
          </p:nvPr>
        </p:nvSpPr>
        <p:spPr>
          <a:xfrm>
            <a:off x="6383054" y="1357414"/>
            <a:ext cx="5255193" cy="2404860"/>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a:extLst>
              <a:ext uri="{FF2B5EF4-FFF2-40B4-BE49-F238E27FC236}">
                <a16:creationId xmlns:a16="http://schemas.microsoft.com/office/drawing/2014/main" id="{2C182A82-4FBE-4689-B739-692549B4030D}"/>
              </a:ext>
            </a:extLst>
          </p:cNvPr>
          <p:cNvSpPr>
            <a:spLocks noGrp="1"/>
          </p:cNvSpPr>
          <p:nvPr>
            <p:ph type="sldNum" sz="quarter" idx="12"/>
          </p:nvPr>
        </p:nvSpPr>
        <p:spPr/>
        <p:txBody>
          <a:bodyPr/>
          <a:lstStyle/>
          <a:p>
            <a:fld id="{03DC2DEF-D2FE-4B45-ABA4-9F153FD1C98A}" type="slidenum">
              <a:rPr lang="en-US" smtClean="0"/>
              <a:t>‹#›</a:t>
            </a:fld>
            <a:endParaRPr lang="en-US" dirty="0"/>
          </a:p>
        </p:txBody>
      </p:sp>
      <p:sp>
        <p:nvSpPr>
          <p:cNvPr id="8" name="Picture Placeholder 6">
            <a:extLst>
              <a:ext uri="{FF2B5EF4-FFF2-40B4-BE49-F238E27FC236}">
                <a16:creationId xmlns:a16="http://schemas.microsoft.com/office/drawing/2014/main" id="{4DC80855-A1B8-4B65-B6F6-2AA6239EC246}"/>
              </a:ext>
            </a:extLst>
          </p:cNvPr>
          <p:cNvSpPr>
            <a:spLocks noGrp="1"/>
          </p:cNvSpPr>
          <p:nvPr>
            <p:ph type="pic" sz="quarter" idx="13"/>
          </p:nvPr>
        </p:nvSpPr>
        <p:spPr>
          <a:xfrm>
            <a:off x="371475" y="1233488"/>
            <a:ext cx="5757863" cy="2415600"/>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11" name="Picture Placeholder 6">
            <a:extLst>
              <a:ext uri="{FF2B5EF4-FFF2-40B4-BE49-F238E27FC236}">
                <a16:creationId xmlns:a16="http://schemas.microsoft.com/office/drawing/2014/main" id="{B9795E85-7B91-41BB-9DF4-A4893AA48FFA}"/>
              </a:ext>
            </a:extLst>
          </p:cNvPr>
          <p:cNvSpPr>
            <a:spLocks noGrp="1"/>
          </p:cNvSpPr>
          <p:nvPr>
            <p:ph type="pic" sz="quarter" idx="14"/>
          </p:nvPr>
        </p:nvSpPr>
        <p:spPr>
          <a:xfrm>
            <a:off x="6200775" y="3967163"/>
            <a:ext cx="5619750" cy="2414587"/>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12" name="Rectangle 11">
            <a:extLst>
              <a:ext uri="{FF2B5EF4-FFF2-40B4-BE49-F238E27FC236}">
                <a16:creationId xmlns:a16="http://schemas.microsoft.com/office/drawing/2014/main" id="{BB372D75-4BAD-4C47-AE7D-0F2711031EEC}"/>
              </a:ext>
            </a:extLst>
          </p:cNvPr>
          <p:cNvSpPr/>
          <p:nvPr userDrawn="1"/>
        </p:nvSpPr>
        <p:spPr>
          <a:xfrm>
            <a:off x="371475" y="3643799"/>
            <a:ext cx="5757863" cy="273367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3E60534E-DE82-45F4-8E2E-DA97F169177F}"/>
              </a:ext>
            </a:extLst>
          </p:cNvPr>
          <p:cNvSpPr>
            <a:spLocks noGrp="1"/>
          </p:cNvSpPr>
          <p:nvPr>
            <p:ph sz="half" idx="1"/>
          </p:nvPr>
        </p:nvSpPr>
        <p:spPr>
          <a:xfrm>
            <a:off x="622406" y="3848474"/>
            <a:ext cx="5256000" cy="2404800"/>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28101826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3A6AA5-A315-455E-B5C7-E53E3746ED81}"/>
              </a:ext>
            </a:extLst>
          </p:cNvPr>
          <p:cNvSpPr>
            <a:spLocks noGrp="1"/>
          </p:cNvSpPr>
          <p:nvPr>
            <p:ph type="title"/>
          </p:nvPr>
        </p:nvSpPr>
        <p:spPr/>
        <p:txBody>
          <a:bodyPr/>
          <a:lstStyle/>
          <a:p>
            <a:r>
              <a:rPr lang="en-US"/>
              <a:t>Click to edit Master title style</a:t>
            </a:r>
            <a:endParaRPr lang="en-US" dirty="0"/>
          </a:p>
        </p:txBody>
      </p:sp>
      <p:sp>
        <p:nvSpPr>
          <p:cNvPr id="7" name="Slide Number Placeholder 6">
            <a:extLst>
              <a:ext uri="{FF2B5EF4-FFF2-40B4-BE49-F238E27FC236}">
                <a16:creationId xmlns:a16="http://schemas.microsoft.com/office/drawing/2014/main" id="{2C182A82-4FBE-4689-B739-692549B4030D}"/>
              </a:ext>
            </a:extLst>
          </p:cNvPr>
          <p:cNvSpPr>
            <a:spLocks noGrp="1"/>
          </p:cNvSpPr>
          <p:nvPr>
            <p:ph type="sldNum" sz="quarter" idx="12"/>
          </p:nvPr>
        </p:nvSpPr>
        <p:spPr/>
        <p:txBody>
          <a:bodyPr/>
          <a:lstStyle/>
          <a:p>
            <a:fld id="{03DC2DEF-D2FE-4B45-ABA4-9F153FD1C98A}" type="slidenum">
              <a:rPr lang="en-US" smtClean="0"/>
              <a:t>‹#›</a:t>
            </a:fld>
            <a:endParaRPr lang="en-US" dirty="0"/>
          </a:p>
        </p:txBody>
      </p:sp>
      <p:sp>
        <p:nvSpPr>
          <p:cNvPr id="8" name="Picture Placeholder 6">
            <a:extLst>
              <a:ext uri="{FF2B5EF4-FFF2-40B4-BE49-F238E27FC236}">
                <a16:creationId xmlns:a16="http://schemas.microsoft.com/office/drawing/2014/main" id="{4DC80855-A1B8-4B65-B6F6-2AA6239EC246}"/>
              </a:ext>
            </a:extLst>
          </p:cNvPr>
          <p:cNvSpPr>
            <a:spLocks noGrp="1"/>
          </p:cNvSpPr>
          <p:nvPr>
            <p:ph type="pic" sz="quarter" idx="13"/>
          </p:nvPr>
        </p:nvSpPr>
        <p:spPr>
          <a:xfrm>
            <a:off x="371475" y="1233488"/>
            <a:ext cx="11520488" cy="2381361"/>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12" name="Rectangle 11">
            <a:extLst>
              <a:ext uri="{FF2B5EF4-FFF2-40B4-BE49-F238E27FC236}">
                <a16:creationId xmlns:a16="http://schemas.microsoft.com/office/drawing/2014/main" id="{BB372D75-4BAD-4C47-AE7D-0F2711031EEC}"/>
              </a:ext>
            </a:extLst>
          </p:cNvPr>
          <p:cNvSpPr/>
          <p:nvPr userDrawn="1"/>
        </p:nvSpPr>
        <p:spPr>
          <a:xfrm>
            <a:off x="371475" y="3643799"/>
            <a:ext cx="11520488" cy="273367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Content Placeholder 3">
            <a:extLst>
              <a:ext uri="{FF2B5EF4-FFF2-40B4-BE49-F238E27FC236}">
                <a16:creationId xmlns:a16="http://schemas.microsoft.com/office/drawing/2014/main" id="{23F1116B-C8B0-450D-83F6-49C4ABB22CCD}"/>
              </a:ext>
            </a:extLst>
          </p:cNvPr>
          <p:cNvSpPr>
            <a:spLocks noGrp="1"/>
          </p:cNvSpPr>
          <p:nvPr>
            <p:ph sz="half" idx="2"/>
          </p:nvPr>
        </p:nvSpPr>
        <p:spPr>
          <a:xfrm>
            <a:off x="6383054" y="3808206"/>
            <a:ext cx="5255193" cy="2404860"/>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Content Placeholder 2">
            <a:extLst>
              <a:ext uri="{FF2B5EF4-FFF2-40B4-BE49-F238E27FC236}">
                <a16:creationId xmlns:a16="http://schemas.microsoft.com/office/drawing/2014/main" id="{3E60534E-DE82-45F4-8E2E-DA97F169177F}"/>
              </a:ext>
            </a:extLst>
          </p:cNvPr>
          <p:cNvSpPr>
            <a:spLocks noGrp="1"/>
          </p:cNvSpPr>
          <p:nvPr>
            <p:ph sz="half" idx="1"/>
          </p:nvPr>
        </p:nvSpPr>
        <p:spPr>
          <a:xfrm>
            <a:off x="622406" y="3808236"/>
            <a:ext cx="5256000" cy="2404800"/>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6" name="Straight Connector 5">
            <a:extLst>
              <a:ext uri="{FF2B5EF4-FFF2-40B4-BE49-F238E27FC236}">
                <a16:creationId xmlns:a16="http://schemas.microsoft.com/office/drawing/2014/main" id="{C15E3050-1157-4448-A84E-5AC72FC84A7F}"/>
              </a:ext>
            </a:extLst>
          </p:cNvPr>
          <p:cNvCxnSpPr/>
          <p:nvPr userDrawn="1"/>
        </p:nvCxnSpPr>
        <p:spPr>
          <a:xfrm>
            <a:off x="6131719" y="3774712"/>
            <a:ext cx="0" cy="247184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0538630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Two Conten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30BCBF1-64A6-4051-BC31-B793E99731A6}"/>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Rectangle 21">
            <a:extLst>
              <a:ext uri="{FF2B5EF4-FFF2-40B4-BE49-F238E27FC236}">
                <a16:creationId xmlns:a16="http://schemas.microsoft.com/office/drawing/2014/main" id="{115DEB4D-1697-4E72-B2BF-F5EA1EF3B009}"/>
              </a:ext>
            </a:extLst>
          </p:cNvPr>
          <p:cNvSpPr/>
          <p:nvPr userDrawn="1"/>
        </p:nvSpPr>
        <p:spPr>
          <a:xfrm>
            <a:off x="7162799" y="3052634"/>
            <a:ext cx="1368533" cy="11301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DE3A6AA5-A315-455E-B5C7-E53E3746ED81}"/>
              </a:ext>
            </a:extLst>
          </p:cNvPr>
          <p:cNvSpPr>
            <a:spLocks noGrp="1"/>
          </p:cNvSpPr>
          <p:nvPr>
            <p:ph type="title"/>
          </p:nvPr>
        </p:nvSpPr>
        <p:spPr>
          <a:xfrm>
            <a:off x="371475" y="1334424"/>
            <a:ext cx="4448175" cy="1520824"/>
          </a:xfrm>
        </p:spPr>
        <p:txBody>
          <a:bodyPr anchor="b">
            <a:noAutofit/>
          </a:bodyPr>
          <a:lstStyle>
            <a:lvl1pPr>
              <a:defRPr sz="3600"/>
            </a:lvl1pPr>
          </a:lstStyle>
          <a:p>
            <a:r>
              <a:rPr lang="en-US" noProof="0"/>
              <a:t>Click to edit Master title style</a:t>
            </a:r>
          </a:p>
        </p:txBody>
      </p:sp>
      <p:sp>
        <p:nvSpPr>
          <p:cNvPr id="7" name="Slide Number Placeholder 6">
            <a:extLst>
              <a:ext uri="{FF2B5EF4-FFF2-40B4-BE49-F238E27FC236}">
                <a16:creationId xmlns:a16="http://schemas.microsoft.com/office/drawing/2014/main" id="{2C182A82-4FBE-4689-B739-692549B4030D}"/>
              </a:ext>
            </a:extLst>
          </p:cNvPr>
          <p:cNvSpPr>
            <a:spLocks noGrp="1"/>
          </p:cNvSpPr>
          <p:nvPr>
            <p:ph type="sldNum" sz="quarter" idx="12"/>
          </p:nvPr>
        </p:nvSpPr>
        <p:spPr/>
        <p:txBody>
          <a:bodyPr/>
          <a:lstStyle/>
          <a:p>
            <a:fld id="{03DC2DEF-D2FE-4B45-ABA4-9F153FD1C98A}" type="slidenum">
              <a:rPr lang="en-US" noProof="0" smtClean="0"/>
              <a:t>‹#›</a:t>
            </a:fld>
            <a:endParaRPr lang="en-US" noProof="0" dirty="0"/>
          </a:p>
        </p:txBody>
      </p:sp>
      <p:sp>
        <p:nvSpPr>
          <p:cNvPr id="4" name="Content Placeholder 3">
            <a:extLst>
              <a:ext uri="{FF2B5EF4-FFF2-40B4-BE49-F238E27FC236}">
                <a16:creationId xmlns:a16="http://schemas.microsoft.com/office/drawing/2014/main" id="{23F1116B-C8B0-450D-83F6-49C4ABB22CCD}"/>
              </a:ext>
            </a:extLst>
          </p:cNvPr>
          <p:cNvSpPr>
            <a:spLocks noGrp="1"/>
          </p:cNvSpPr>
          <p:nvPr>
            <p:ph sz="half" idx="2"/>
          </p:nvPr>
        </p:nvSpPr>
        <p:spPr>
          <a:xfrm>
            <a:off x="3609563" y="3118775"/>
            <a:ext cx="2927311" cy="3081999"/>
          </a:xfrm>
        </p:spPr>
        <p:txBody>
          <a:bodyPr>
            <a:normAutofit/>
          </a:bodyPr>
          <a:lstStyle>
            <a:lvl1pPr>
              <a:defRPr sz="1800">
                <a:solidFill>
                  <a:schemeClr val="tx1"/>
                </a:solidFill>
              </a:defRPr>
            </a:lvl1pPr>
            <a:lvl2pPr>
              <a:defRPr sz="1600">
                <a:solidFill>
                  <a:schemeClr val="tx1"/>
                </a:solidFill>
              </a:defRPr>
            </a:lvl2pPr>
            <a:lvl3pPr>
              <a:defRPr sz="1400">
                <a:solidFill>
                  <a:schemeClr val="tx1"/>
                </a:solidFill>
              </a:defRPr>
            </a:lvl3pPr>
            <a:lvl4pPr>
              <a:defRPr sz="1200">
                <a:solidFill>
                  <a:schemeClr val="tx1"/>
                </a:solidFill>
              </a:defRPr>
            </a:lvl4pPr>
            <a:lvl5pPr>
              <a:defRPr sz="1200">
                <a:solidFill>
                  <a:schemeClr val="tx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Content Placeholder 2">
            <a:extLst>
              <a:ext uri="{FF2B5EF4-FFF2-40B4-BE49-F238E27FC236}">
                <a16:creationId xmlns:a16="http://schemas.microsoft.com/office/drawing/2014/main" id="{3E60534E-DE82-45F4-8E2E-DA97F169177F}"/>
              </a:ext>
            </a:extLst>
          </p:cNvPr>
          <p:cNvSpPr>
            <a:spLocks noGrp="1"/>
          </p:cNvSpPr>
          <p:nvPr>
            <p:ph sz="half" idx="1"/>
          </p:nvPr>
        </p:nvSpPr>
        <p:spPr>
          <a:xfrm>
            <a:off x="371475" y="3118776"/>
            <a:ext cx="2926800" cy="3081922"/>
          </a:xfrm>
        </p:spPr>
        <p:txBody>
          <a:bodyPr>
            <a:normAutofit/>
          </a:bodyPr>
          <a:lstStyle>
            <a:lvl1pPr>
              <a:defRPr sz="1800">
                <a:solidFill>
                  <a:schemeClr val="tx1"/>
                </a:solidFill>
              </a:defRPr>
            </a:lvl1pPr>
            <a:lvl2pPr>
              <a:defRPr sz="1600">
                <a:solidFill>
                  <a:schemeClr val="tx1"/>
                </a:solidFill>
              </a:defRPr>
            </a:lvl2pPr>
            <a:lvl3pPr>
              <a:defRPr sz="1400">
                <a:solidFill>
                  <a:schemeClr val="tx1"/>
                </a:solidFill>
              </a:defRPr>
            </a:lvl3pPr>
            <a:lvl4pPr>
              <a:defRPr sz="1200">
                <a:solidFill>
                  <a:schemeClr val="tx1"/>
                </a:solidFill>
              </a:defRPr>
            </a:lvl4pPr>
            <a:lvl5pPr>
              <a:defRPr sz="1200">
                <a:solidFill>
                  <a:schemeClr val="tx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5" name="Picture Placeholder 24">
            <a:extLst>
              <a:ext uri="{FF2B5EF4-FFF2-40B4-BE49-F238E27FC236}">
                <a16:creationId xmlns:a16="http://schemas.microsoft.com/office/drawing/2014/main" id="{84421AF3-217F-49BD-BF47-1140F3F445D8}"/>
              </a:ext>
            </a:extLst>
          </p:cNvPr>
          <p:cNvSpPr>
            <a:spLocks noGrp="1"/>
          </p:cNvSpPr>
          <p:nvPr>
            <p:ph type="pic" sz="quarter" idx="15"/>
          </p:nvPr>
        </p:nvSpPr>
        <p:spPr>
          <a:xfrm>
            <a:off x="4908415" y="-4277"/>
            <a:ext cx="7283585" cy="6204974"/>
          </a:xfrm>
          <a:custGeom>
            <a:avLst/>
            <a:gdLst>
              <a:gd name="connsiteX0" fmla="*/ 4914900 w 7283585"/>
              <a:gd name="connsiteY0" fmla="*/ 4064000 h 6204974"/>
              <a:gd name="connsiteX1" fmla="*/ 7283585 w 7283585"/>
              <a:gd name="connsiteY1" fmla="*/ 4064000 h 6204974"/>
              <a:gd name="connsiteX2" fmla="*/ 7283585 w 7283585"/>
              <a:gd name="connsiteY2" fmla="*/ 6204974 h 6204974"/>
              <a:gd name="connsiteX3" fmla="*/ 4914900 w 7283585"/>
              <a:gd name="connsiteY3" fmla="*/ 6204974 h 6204974"/>
              <a:gd name="connsiteX4" fmla="*/ 4914900 w 7283585"/>
              <a:gd name="connsiteY4" fmla="*/ 2032000 h 6204974"/>
              <a:gd name="connsiteX5" fmla="*/ 7283585 w 7283585"/>
              <a:gd name="connsiteY5" fmla="*/ 2032000 h 6204974"/>
              <a:gd name="connsiteX6" fmla="*/ 7283585 w 7283585"/>
              <a:gd name="connsiteY6" fmla="*/ 3946525 h 6204974"/>
              <a:gd name="connsiteX7" fmla="*/ 4914900 w 7283585"/>
              <a:gd name="connsiteY7" fmla="*/ 3946525 h 6204974"/>
              <a:gd name="connsiteX8" fmla="*/ 2457450 w 7283585"/>
              <a:gd name="connsiteY8" fmla="*/ 2032000 h 6204974"/>
              <a:gd name="connsiteX9" fmla="*/ 4826135 w 7283585"/>
              <a:gd name="connsiteY9" fmla="*/ 2032000 h 6204974"/>
              <a:gd name="connsiteX10" fmla="*/ 4826135 w 7283585"/>
              <a:gd name="connsiteY10" fmla="*/ 3946525 h 6204974"/>
              <a:gd name="connsiteX11" fmla="*/ 2457450 w 7283585"/>
              <a:gd name="connsiteY11" fmla="*/ 3946525 h 6204974"/>
              <a:gd name="connsiteX12" fmla="*/ 0 w 7283585"/>
              <a:gd name="connsiteY12" fmla="*/ 8552 h 6204974"/>
              <a:gd name="connsiteX13" fmla="*/ 2368685 w 7283585"/>
              <a:gd name="connsiteY13" fmla="*/ 8552 h 6204974"/>
              <a:gd name="connsiteX14" fmla="*/ 2368685 w 7283585"/>
              <a:gd name="connsiteY14" fmla="*/ 1923077 h 6204974"/>
              <a:gd name="connsiteX15" fmla="*/ 0 w 7283585"/>
              <a:gd name="connsiteY15" fmla="*/ 1923077 h 6204974"/>
              <a:gd name="connsiteX16" fmla="*/ 2457450 w 7283585"/>
              <a:gd name="connsiteY16" fmla="*/ 4276 h 6204974"/>
              <a:gd name="connsiteX17" fmla="*/ 4826135 w 7283585"/>
              <a:gd name="connsiteY17" fmla="*/ 4276 h 6204974"/>
              <a:gd name="connsiteX18" fmla="*/ 4826135 w 7283585"/>
              <a:gd name="connsiteY18" fmla="*/ 1918801 h 6204974"/>
              <a:gd name="connsiteX19" fmla="*/ 2457450 w 7283585"/>
              <a:gd name="connsiteY19" fmla="*/ 1918801 h 6204974"/>
              <a:gd name="connsiteX20" fmla="*/ 4914900 w 7283585"/>
              <a:gd name="connsiteY20" fmla="*/ 0 h 6204974"/>
              <a:gd name="connsiteX21" fmla="*/ 7283585 w 7283585"/>
              <a:gd name="connsiteY21" fmla="*/ 0 h 6204974"/>
              <a:gd name="connsiteX22" fmla="*/ 7283585 w 7283585"/>
              <a:gd name="connsiteY22" fmla="*/ 1914525 h 6204974"/>
              <a:gd name="connsiteX23" fmla="*/ 4914900 w 7283585"/>
              <a:gd name="connsiteY23" fmla="*/ 1914525 h 6204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283585" h="6204974">
                <a:moveTo>
                  <a:pt x="4914900" y="4064000"/>
                </a:moveTo>
                <a:lnTo>
                  <a:pt x="7283585" y="4064000"/>
                </a:lnTo>
                <a:lnTo>
                  <a:pt x="7283585" y="6204974"/>
                </a:lnTo>
                <a:lnTo>
                  <a:pt x="4914900" y="6204974"/>
                </a:lnTo>
                <a:close/>
                <a:moveTo>
                  <a:pt x="4914900" y="2032000"/>
                </a:moveTo>
                <a:lnTo>
                  <a:pt x="7283585" y="2032000"/>
                </a:lnTo>
                <a:lnTo>
                  <a:pt x="7283585" y="3946525"/>
                </a:lnTo>
                <a:lnTo>
                  <a:pt x="4914900" y="3946525"/>
                </a:lnTo>
                <a:close/>
                <a:moveTo>
                  <a:pt x="2457450" y="2032000"/>
                </a:moveTo>
                <a:lnTo>
                  <a:pt x="4826135" y="2032000"/>
                </a:lnTo>
                <a:lnTo>
                  <a:pt x="4826135" y="3946525"/>
                </a:lnTo>
                <a:lnTo>
                  <a:pt x="2457450" y="3946525"/>
                </a:lnTo>
                <a:close/>
                <a:moveTo>
                  <a:pt x="0" y="8552"/>
                </a:moveTo>
                <a:lnTo>
                  <a:pt x="2368685" y="8552"/>
                </a:lnTo>
                <a:lnTo>
                  <a:pt x="2368685" y="1923077"/>
                </a:lnTo>
                <a:lnTo>
                  <a:pt x="0" y="1923077"/>
                </a:lnTo>
                <a:close/>
                <a:moveTo>
                  <a:pt x="2457450" y="4276"/>
                </a:moveTo>
                <a:lnTo>
                  <a:pt x="4826135" y="4276"/>
                </a:lnTo>
                <a:lnTo>
                  <a:pt x="4826135" y="1918801"/>
                </a:lnTo>
                <a:lnTo>
                  <a:pt x="2457450" y="1918801"/>
                </a:lnTo>
                <a:close/>
                <a:moveTo>
                  <a:pt x="4914900" y="0"/>
                </a:moveTo>
                <a:lnTo>
                  <a:pt x="7283585" y="0"/>
                </a:lnTo>
                <a:lnTo>
                  <a:pt x="7283585" y="1914525"/>
                </a:lnTo>
                <a:lnTo>
                  <a:pt x="4914900" y="1914525"/>
                </a:lnTo>
                <a:close/>
              </a:path>
            </a:pathLst>
          </a:custGeom>
          <a:solidFill>
            <a:schemeClr val="bg1">
              <a:lumMod val="95000"/>
            </a:schemeClr>
          </a:solidFill>
        </p:spPr>
        <p:txBody>
          <a:bodyPr vert="horz" wrap="square" lIns="91440" tIns="45720" rIns="91440" bIns="45720" rtlCol="0">
            <a:noAutofit/>
          </a:bodyPr>
          <a:lstStyle>
            <a:lvl1pPr>
              <a:defRPr lang="en-US" sz="1800"/>
            </a:lvl1pPr>
          </a:lstStyle>
          <a:p>
            <a:pPr marL="0" lvl="0" indent="0" algn="ctr">
              <a:buNone/>
            </a:pPr>
            <a:r>
              <a:rPr lang="en-US" noProof="0"/>
              <a:t>Click icon to add picture</a:t>
            </a:r>
            <a:endParaRPr lang="en-US" noProof="0" dirty="0"/>
          </a:p>
        </p:txBody>
      </p:sp>
      <p:sp>
        <p:nvSpPr>
          <p:cNvPr id="20" name="Rectangle 19">
            <a:extLst>
              <a:ext uri="{FF2B5EF4-FFF2-40B4-BE49-F238E27FC236}">
                <a16:creationId xmlns:a16="http://schemas.microsoft.com/office/drawing/2014/main" id="{475378D9-445B-4812-AE73-9B2CF92DCDF1}"/>
              </a:ext>
            </a:extLst>
          </p:cNvPr>
          <p:cNvSpPr/>
          <p:nvPr userDrawn="1"/>
        </p:nvSpPr>
        <p:spPr>
          <a:xfrm>
            <a:off x="6210299" y="2027725"/>
            <a:ext cx="1073287" cy="9186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Rectangle 20">
            <a:extLst>
              <a:ext uri="{FF2B5EF4-FFF2-40B4-BE49-F238E27FC236}">
                <a16:creationId xmlns:a16="http://schemas.microsoft.com/office/drawing/2014/main" id="{B569B8CC-B741-4501-A871-F6CC58941F5C}"/>
              </a:ext>
            </a:extLst>
          </p:cNvPr>
          <p:cNvSpPr/>
          <p:nvPr userDrawn="1"/>
        </p:nvSpPr>
        <p:spPr>
          <a:xfrm>
            <a:off x="8661263" y="4055448"/>
            <a:ext cx="1073287" cy="9186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23" name="Straight Connector 22">
            <a:extLst>
              <a:ext uri="{FF2B5EF4-FFF2-40B4-BE49-F238E27FC236}">
                <a16:creationId xmlns:a16="http://schemas.microsoft.com/office/drawing/2014/main" id="{8ED9C5BC-5F16-4DC8-BAA3-30A378B7F5FB}"/>
              </a:ext>
            </a:extLst>
          </p:cNvPr>
          <p:cNvCxnSpPr>
            <a:cxnSpLocks/>
          </p:cNvCxnSpPr>
          <p:nvPr userDrawn="1"/>
        </p:nvCxnSpPr>
        <p:spPr>
          <a:xfrm>
            <a:off x="3452019" y="3106075"/>
            <a:ext cx="0" cy="309470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2F0E9B02-FBE7-4B3F-833A-FCDE146B2DAD}"/>
              </a:ext>
            </a:extLst>
          </p:cNvPr>
          <p:cNvSpPr/>
          <p:nvPr userDrawn="1"/>
        </p:nvSpPr>
        <p:spPr>
          <a:xfrm>
            <a:off x="0" y="1405862"/>
            <a:ext cx="300037" cy="14652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25896089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Two Conten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30BCBF1-64A6-4051-BC31-B793E99731A6}"/>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Picture Placeholder 6">
            <a:extLst>
              <a:ext uri="{FF2B5EF4-FFF2-40B4-BE49-F238E27FC236}">
                <a16:creationId xmlns:a16="http://schemas.microsoft.com/office/drawing/2014/main" id="{73E3AB81-FB3C-492F-8AB9-CFC37EECCEE7}"/>
              </a:ext>
            </a:extLst>
          </p:cNvPr>
          <p:cNvSpPr>
            <a:spLocks noGrp="1"/>
          </p:cNvSpPr>
          <p:nvPr>
            <p:ph type="pic" sz="quarter" idx="13"/>
          </p:nvPr>
        </p:nvSpPr>
        <p:spPr>
          <a:xfrm>
            <a:off x="371475" y="260350"/>
            <a:ext cx="11520488" cy="6121400"/>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14" name="Rectangle 13">
            <a:extLst>
              <a:ext uri="{FF2B5EF4-FFF2-40B4-BE49-F238E27FC236}">
                <a16:creationId xmlns:a16="http://schemas.microsoft.com/office/drawing/2014/main" id="{BF2C4CC9-6F35-4EBF-857F-EBD298D77347}"/>
              </a:ext>
            </a:extLst>
          </p:cNvPr>
          <p:cNvSpPr/>
          <p:nvPr userDrawn="1"/>
        </p:nvSpPr>
        <p:spPr>
          <a:xfrm>
            <a:off x="1578741" y="2299953"/>
            <a:ext cx="4420009" cy="308192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D1D54A23-014A-49B4-9E28-7641C8A4F0C1}"/>
              </a:ext>
            </a:extLst>
          </p:cNvPr>
          <p:cNvSpPr/>
          <p:nvPr userDrawn="1"/>
        </p:nvSpPr>
        <p:spPr>
          <a:xfrm>
            <a:off x="6184487" y="2299953"/>
            <a:ext cx="4420009" cy="308192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E3A6AA5-A315-455E-B5C7-E53E3746ED81}"/>
              </a:ext>
            </a:extLst>
          </p:cNvPr>
          <p:cNvSpPr>
            <a:spLocks noGrp="1"/>
          </p:cNvSpPr>
          <p:nvPr>
            <p:ph type="title"/>
          </p:nvPr>
        </p:nvSpPr>
        <p:spPr>
          <a:xfrm>
            <a:off x="1587504" y="1233488"/>
            <a:ext cx="9016993" cy="761076"/>
          </a:xfrm>
        </p:spPr>
        <p:txBody>
          <a:bodyPr anchor="ctr">
            <a:noAutofit/>
          </a:bodyPr>
          <a:lstStyle>
            <a:lvl1pPr algn="ctr">
              <a:defRPr sz="3600"/>
            </a:lvl1pPr>
          </a:lstStyle>
          <a:p>
            <a:r>
              <a:rPr lang="en-US"/>
              <a:t>Click to edit Master title style</a:t>
            </a:r>
            <a:endParaRPr lang="en-US" dirty="0"/>
          </a:p>
        </p:txBody>
      </p:sp>
      <p:sp>
        <p:nvSpPr>
          <p:cNvPr id="7" name="Slide Number Placeholder 6">
            <a:extLst>
              <a:ext uri="{FF2B5EF4-FFF2-40B4-BE49-F238E27FC236}">
                <a16:creationId xmlns:a16="http://schemas.microsoft.com/office/drawing/2014/main" id="{2C182A82-4FBE-4689-B739-692549B4030D}"/>
              </a:ext>
            </a:extLst>
          </p:cNvPr>
          <p:cNvSpPr>
            <a:spLocks noGrp="1"/>
          </p:cNvSpPr>
          <p:nvPr>
            <p:ph type="sldNum" sz="quarter" idx="12"/>
          </p:nvPr>
        </p:nvSpPr>
        <p:spPr/>
        <p:txBody>
          <a:bodyPr/>
          <a:lstStyle/>
          <a:p>
            <a:fld id="{03DC2DEF-D2FE-4B45-ABA4-9F153FD1C98A}" type="slidenum">
              <a:rPr lang="en-US" smtClean="0"/>
              <a:t>‹#›</a:t>
            </a:fld>
            <a:endParaRPr lang="en-US" dirty="0"/>
          </a:p>
        </p:txBody>
      </p:sp>
      <p:sp>
        <p:nvSpPr>
          <p:cNvPr id="4" name="Content Placeholder 3">
            <a:extLst>
              <a:ext uri="{FF2B5EF4-FFF2-40B4-BE49-F238E27FC236}">
                <a16:creationId xmlns:a16="http://schemas.microsoft.com/office/drawing/2014/main" id="{23F1116B-C8B0-450D-83F6-49C4ABB22CCD}"/>
              </a:ext>
            </a:extLst>
          </p:cNvPr>
          <p:cNvSpPr>
            <a:spLocks noGrp="1"/>
          </p:cNvSpPr>
          <p:nvPr>
            <p:ph sz="half" idx="2"/>
          </p:nvPr>
        </p:nvSpPr>
        <p:spPr>
          <a:xfrm>
            <a:off x="6328091" y="2424864"/>
            <a:ext cx="4132800" cy="2833200"/>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Content Placeholder 2">
            <a:extLst>
              <a:ext uri="{FF2B5EF4-FFF2-40B4-BE49-F238E27FC236}">
                <a16:creationId xmlns:a16="http://schemas.microsoft.com/office/drawing/2014/main" id="{3E60534E-DE82-45F4-8E2E-DA97F169177F}"/>
              </a:ext>
            </a:extLst>
          </p:cNvPr>
          <p:cNvSpPr>
            <a:spLocks noGrp="1"/>
          </p:cNvSpPr>
          <p:nvPr>
            <p:ph sz="half" idx="1"/>
          </p:nvPr>
        </p:nvSpPr>
        <p:spPr>
          <a:xfrm>
            <a:off x="1722820" y="2424864"/>
            <a:ext cx="4131850" cy="2832101"/>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10695873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B4EF4F-0A84-4C50-B171-F044231527B2}"/>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Rectangle 4">
            <a:extLst>
              <a:ext uri="{FF2B5EF4-FFF2-40B4-BE49-F238E27FC236}">
                <a16:creationId xmlns:a16="http://schemas.microsoft.com/office/drawing/2014/main" id="{113E1565-5B33-4914-9800-50B8400266FF}"/>
              </a:ext>
            </a:extLst>
          </p:cNvPr>
          <p:cNvSpPr/>
          <p:nvPr userDrawn="1"/>
        </p:nvSpPr>
        <p:spPr>
          <a:xfrm>
            <a:off x="0" y="0"/>
            <a:ext cx="12191999"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Picture Placeholder 6">
            <a:extLst>
              <a:ext uri="{FF2B5EF4-FFF2-40B4-BE49-F238E27FC236}">
                <a16:creationId xmlns:a16="http://schemas.microsoft.com/office/drawing/2014/main" id="{DE438B2E-01A6-453B-928D-97D98438168E}"/>
              </a:ext>
            </a:extLst>
          </p:cNvPr>
          <p:cNvSpPr>
            <a:spLocks noGrp="1"/>
          </p:cNvSpPr>
          <p:nvPr>
            <p:ph type="pic" sz="quarter" idx="13"/>
          </p:nvPr>
        </p:nvSpPr>
        <p:spPr>
          <a:xfrm>
            <a:off x="335756" y="260350"/>
            <a:ext cx="11520488" cy="6300788"/>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noProof="0"/>
              <a:t>Click icon to add picture</a:t>
            </a:r>
            <a:endParaRPr lang="en-US" noProof="0" dirty="0"/>
          </a:p>
        </p:txBody>
      </p:sp>
    </p:spTree>
    <p:extLst>
      <p:ext uri="{BB962C8B-B14F-4D97-AF65-F5344CB8AC3E}">
        <p14:creationId xmlns:p14="http://schemas.microsoft.com/office/powerpoint/2010/main" val="291105708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B4EF4F-0A84-4C50-B171-F044231527B2}"/>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Picture Placeholder 26">
            <a:extLst>
              <a:ext uri="{FF2B5EF4-FFF2-40B4-BE49-F238E27FC236}">
                <a16:creationId xmlns:a16="http://schemas.microsoft.com/office/drawing/2014/main" id="{404FC023-3732-4036-B4DA-F34DC453036D}"/>
              </a:ext>
            </a:extLst>
          </p:cNvPr>
          <p:cNvSpPr>
            <a:spLocks noGrp="1"/>
          </p:cNvSpPr>
          <p:nvPr>
            <p:ph type="pic" sz="quarter" idx="13"/>
          </p:nvPr>
        </p:nvSpPr>
        <p:spPr>
          <a:xfrm>
            <a:off x="1" y="1"/>
            <a:ext cx="12191999" cy="6857999"/>
          </a:xfrm>
          <a:custGeom>
            <a:avLst/>
            <a:gdLst>
              <a:gd name="connsiteX0" fmla="*/ 9194799 w 12191999"/>
              <a:gd name="connsiteY0" fmla="*/ 4114799 h 6108699"/>
              <a:gd name="connsiteX1" fmla="*/ 12191999 w 12191999"/>
              <a:gd name="connsiteY1" fmla="*/ 4114799 h 6108699"/>
              <a:gd name="connsiteX2" fmla="*/ 12191999 w 12191999"/>
              <a:gd name="connsiteY2" fmla="*/ 6108699 h 6108699"/>
              <a:gd name="connsiteX3" fmla="*/ 9194799 w 12191999"/>
              <a:gd name="connsiteY3" fmla="*/ 6108699 h 6108699"/>
              <a:gd name="connsiteX4" fmla="*/ 6129865 w 12191999"/>
              <a:gd name="connsiteY4" fmla="*/ 4114799 h 6108699"/>
              <a:gd name="connsiteX5" fmla="*/ 9127065 w 12191999"/>
              <a:gd name="connsiteY5" fmla="*/ 4114799 h 6108699"/>
              <a:gd name="connsiteX6" fmla="*/ 9127065 w 12191999"/>
              <a:gd name="connsiteY6" fmla="*/ 6108699 h 6108699"/>
              <a:gd name="connsiteX7" fmla="*/ 6129865 w 12191999"/>
              <a:gd name="connsiteY7" fmla="*/ 6108699 h 6108699"/>
              <a:gd name="connsiteX8" fmla="*/ 3064933 w 12191999"/>
              <a:gd name="connsiteY8" fmla="*/ 4114799 h 6108699"/>
              <a:gd name="connsiteX9" fmla="*/ 6062132 w 12191999"/>
              <a:gd name="connsiteY9" fmla="*/ 4114799 h 6108699"/>
              <a:gd name="connsiteX10" fmla="*/ 6062132 w 12191999"/>
              <a:gd name="connsiteY10" fmla="*/ 6108699 h 6108699"/>
              <a:gd name="connsiteX11" fmla="*/ 3064933 w 12191999"/>
              <a:gd name="connsiteY11" fmla="*/ 6108699 h 6108699"/>
              <a:gd name="connsiteX12" fmla="*/ 0 w 12191999"/>
              <a:gd name="connsiteY12" fmla="*/ 4114799 h 6108699"/>
              <a:gd name="connsiteX13" fmla="*/ 2997200 w 12191999"/>
              <a:gd name="connsiteY13" fmla="*/ 4114799 h 6108699"/>
              <a:gd name="connsiteX14" fmla="*/ 2997200 w 12191999"/>
              <a:gd name="connsiteY14" fmla="*/ 6108699 h 6108699"/>
              <a:gd name="connsiteX15" fmla="*/ 0 w 12191999"/>
              <a:gd name="connsiteY15" fmla="*/ 6108699 h 6108699"/>
              <a:gd name="connsiteX16" fmla="*/ 9194799 w 12191999"/>
              <a:gd name="connsiteY16" fmla="*/ 2057400 h 6108699"/>
              <a:gd name="connsiteX17" fmla="*/ 12191999 w 12191999"/>
              <a:gd name="connsiteY17" fmla="*/ 2057400 h 6108699"/>
              <a:gd name="connsiteX18" fmla="*/ 12191999 w 12191999"/>
              <a:gd name="connsiteY18" fmla="*/ 4051299 h 6108699"/>
              <a:gd name="connsiteX19" fmla="*/ 9194799 w 12191999"/>
              <a:gd name="connsiteY19" fmla="*/ 4051299 h 6108699"/>
              <a:gd name="connsiteX20" fmla="*/ 6129865 w 12191999"/>
              <a:gd name="connsiteY20" fmla="*/ 2057400 h 6108699"/>
              <a:gd name="connsiteX21" fmla="*/ 9127065 w 12191999"/>
              <a:gd name="connsiteY21" fmla="*/ 2057400 h 6108699"/>
              <a:gd name="connsiteX22" fmla="*/ 9127065 w 12191999"/>
              <a:gd name="connsiteY22" fmla="*/ 4051299 h 6108699"/>
              <a:gd name="connsiteX23" fmla="*/ 6129865 w 12191999"/>
              <a:gd name="connsiteY23" fmla="*/ 4051299 h 6108699"/>
              <a:gd name="connsiteX24" fmla="*/ 3064934 w 12191999"/>
              <a:gd name="connsiteY24" fmla="*/ 2057400 h 6108699"/>
              <a:gd name="connsiteX25" fmla="*/ 6062132 w 12191999"/>
              <a:gd name="connsiteY25" fmla="*/ 2057400 h 6108699"/>
              <a:gd name="connsiteX26" fmla="*/ 6062132 w 12191999"/>
              <a:gd name="connsiteY26" fmla="*/ 4051299 h 6108699"/>
              <a:gd name="connsiteX27" fmla="*/ 3064934 w 12191999"/>
              <a:gd name="connsiteY27" fmla="*/ 4051299 h 6108699"/>
              <a:gd name="connsiteX28" fmla="*/ 0 w 12191999"/>
              <a:gd name="connsiteY28" fmla="*/ 2057400 h 6108699"/>
              <a:gd name="connsiteX29" fmla="*/ 2997200 w 12191999"/>
              <a:gd name="connsiteY29" fmla="*/ 2057400 h 6108699"/>
              <a:gd name="connsiteX30" fmla="*/ 2997200 w 12191999"/>
              <a:gd name="connsiteY30" fmla="*/ 4051299 h 6108699"/>
              <a:gd name="connsiteX31" fmla="*/ 0 w 12191999"/>
              <a:gd name="connsiteY31" fmla="*/ 4051299 h 6108699"/>
              <a:gd name="connsiteX32" fmla="*/ 9194799 w 12191999"/>
              <a:gd name="connsiteY32" fmla="*/ 0 h 6108699"/>
              <a:gd name="connsiteX33" fmla="*/ 12191999 w 12191999"/>
              <a:gd name="connsiteY33" fmla="*/ 0 h 6108699"/>
              <a:gd name="connsiteX34" fmla="*/ 12191999 w 12191999"/>
              <a:gd name="connsiteY34" fmla="*/ 1993900 h 6108699"/>
              <a:gd name="connsiteX35" fmla="*/ 9194799 w 12191999"/>
              <a:gd name="connsiteY35" fmla="*/ 1993900 h 6108699"/>
              <a:gd name="connsiteX36" fmla="*/ 6129865 w 12191999"/>
              <a:gd name="connsiteY36" fmla="*/ 0 h 6108699"/>
              <a:gd name="connsiteX37" fmla="*/ 9127065 w 12191999"/>
              <a:gd name="connsiteY37" fmla="*/ 0 h 6108699"/>
              <a:gd name="connsiteX38" fmla="*/ 9127065 w 12191999"/>
              <a:gd name="connsiteY38" fmla="*/ 1993900 h 6108699"/>
              <a:gd name="connsiteX39" fmla="*/ 6129865 w 12191999"/>
              <a:gd name="connsiteY39" fmla="*/ 1993900 h 6108699"/>
              <a:gd name="connsiteX40" fmla="*/ 3064934 w 12191999"/>
              <a:gd name="connsiteY40" fmla="*/ 0 h 6108699"/>
              <a:gd name="connsiteX41" fmla="*/ 6062132 w 12191999"/>
              <a:gd name="connsiteY41" fmla="*/ 0 h 6108699"/>
              <a:gd name="connsiteX42" fmla="*/ 6062132 w 12191999"/>
              <a:gd name="connsiteY42" fmla="*/ 1993900 h 6108699"/>
              <a:gd name="connsiteX43" fmla="*/ 3064934 w 12191999"/>
              <a:gd name="connsiteY43" fmla="*/ 1993900 h 6108699"/>
              <a:gd name="connsiteX44" fmla="*/ 1 w 12191999"/>
              <a:gd name="connsiteY44" fmla="*/ 0 h 6108699"/>
              <a:gd name="connsiteX45" fmla="*/ 2997201 w 12191999"/>
              <a:gd name="connsiteY45" fmla="*/ 0 h 6108699"/>
              <a:gd name="connsiteX46" fmla="*/ 2997201 w 12191999"/>
              <a:gd name="connsiteY46" fmla="*/ 1993900 h 6108699"/>
              <a:gd name="connsiteX47" fmla="*/ 1 w 12191999"/>
              <a:gd name="connsiteY47" fmla="*/ 1993900 h 61086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2191999" h="6108699">
                <a:moveTo>
                  <a:pt x="9194799" y="4114799"/>
                </a:moveTo>
                <a:lnTo>
                  <a:pt x="12191999" y="4114799"/>
                </a:lnTo>
                <a:lnTo>
                  <a:pt x="12191999" y="6108699"/>
                </a:lnTo>
                <a:lnTo>
                  <a:pt x="9194799" y="6108699"/>
                </a:lnTo>
                <a:close/>
                <a:moveTo>
                  <a:pt x="6129865" y="4114799"/>
                </a:moveTo>
                <a:lnTo>
                  <a:pt x="9127065" y="4114799"/>
                </a:lnTo>
                <a:lnTo>
                  <a:pt x="9127065" y="6108699"/>
                </a:lnTo>
                <a:lnTo>
                  <a:pt x="6129865" y="6108699"/>
                </a:lnTo>
                <a:close/>
                <a:moveTo>
                  <a:pt x="3064933" y="4114799"/>
                </a:moveTo>
                <a:lnTo>
                  <a:pt x="6062132" y="4114799"/>
                </a:lnTo>
                <a:lnTo>
                  <a:pt x="6062132" y="6108699"/>
                </a:lnTo>
                <a:lnTo>
                  <a:pt x="3064933" y="6108699"/>
                </a:lnTo>
                <a:close/>
                <a:moveTo>
                  <a:pt x="0" y="4114799"/>
                </a:moveTo>
                <a:lnTo>
                  <a:pt x="2997200" y="4114799"/>
                </a:lnTo>
                <a:lnTo>
                  <a:pt x="2997200" y="6108699"/>
                </a:lnTo>
                <a:lnTo>
                  <a:pt x="0" y="6108699"/>
                </a:lnTo>
                <a:close/>
                <a:moveTo>
                  <a:pt x="9194799" y="2057400"/>
                </a:moveTo>
                <a:lnTo>
                  <a:pt x="12191999" y="2057400"/>
                </a:lnTo>
                <a:lnTo>
                  <a:pt x="12191999" y="4051299"/>
                </a:lnTo>
                <a:lnTo>
                  <a:pt x="9194799" y="4051299"/>
                </a:lnTo>
                <a:close/>
                <a:moveTo>
                  <a:pt x="6129865" y="2057400"/>
                </a:moveTo>
                <a:lnTo>
                  <a:pt x="9127065" y="2057400"/>
                </a:lnTo>
                <a:lnTo>
                  <a:pt x="9127065" y="4051299"/>
                </a:lnTo>
                <a:lnTo>
                  <a:pt x="6129865" y="4051299"/>
                </a:lnTo>
                <a:close/>
                <a:moveTo>
                  <a:pt x="3064934" y="2057400"/>
                </a:moveTo>
                <a:lnTo>
                  <a:pt x="6062132" y="2057400"/>
                </a:lnTo>
                <a:lnTo>
                  <a:pt x="6062132" y="4051299"/>
                </a:lnTo>
                <a:lnTo>
                  <a:pt x="3064934" y="4051299"/>
                </a:lnTo>
                <a:close/>
                <a:moveTo>
                  <a:pt x="0" y="2057400"/>
                </a:moveTo>
                <a:lnTo>
                  <a:pt x="2997200" y="2057400"/>
                </a:lnTo>
                <a:lnTo>
                  <a:pt x="2997200" y="4051299"/>
                </a:lnTo>
                <a:lnTo>
                  <a:pt x="0" y="4051299"/>
                </a:lnTo>
                <a:close/>
                <a:moveTo>
                  <a:pt x="9194799" y="0"/>
                </a:moveTo>
                <a:lnTo>
                  <a:pt x="12191999" y="0"/>
                </a:lnTo>
                <a:lnTo>
                  <a:pt x="12191999" y="1993900"/>
                </a:lnTo>
                <a:lnTo>
                  <a:pt x="9194799" y="1993900"/>
                </a:lnTo>
                <a:close/>
                <a:moveTo>
                  <a:pt x="6129865" y="0"/>
                </a:moveTo>
                <a:lnTo>
                  <a:pt x="9127065" y="0"/>
                </a:lnTo>
                <a:lnTo>
                  <a:pt x="9127065" y="1993900"/>
                </a:lnTo>
                <a:lnTo>
                  <a:pt x="6129865" y="1993900"/>
                </a:lnTo>
                <a:close/>
                <a:moveTo>
                  <a:pt x="3064934" y="0"/>
                </a:moveTo>
                <a:lnTo>
                  <a:pt x="6062132" y="0"/>
                </a:lnTo>
                <a:lnTo>
                  <a:pt x="6062132" y="1993900"/>
                </a:lnTo>
                <a:lnTo>
                  <a:pt x="3064934" y="1993900"/>
                </a:lnTo>
                <a:close/>
                <a:moveTo>
                  <a:pt x="1" y="0"/>
                </a:moveTo>
                <a:lnTo>
                  <a:pt x="2997201" y="0"/>
                </a:lnTo>
                <a:lnTo>
                  <a:pt x="2997201" y="1993900"/>
                </a:lnTo>
                <a:lnTo>
                  <a:pt x="1" y="1993900"/>
                </a:lnTo>
                <a:close/>
              </a:path>
            </a:pathLst>
          </a:custGeom>
          <a:solidFill>
            <a:schemeClr val="bg1">
              <a:lumMod val="95000"/>
            </a:schemeClr>
          </a:solidFill>
        </p:spPr>
        <p:txBody>
          <a:bodyPr vert="horz" wrap="square" lIns="91440" tIns="45720" rIns="91440" bIns="45720" rtlCol="0">
            <a:noAutofit/>
          </a:bodyPr>
          <a:lstStyle>
            <a:lvl1pPr>
              <a:defRPr lang="en-US" sz="1800"/>
            </a:lvl1pPr>
          </a:lstStyle>
          <a:p>
            <a:pPr marL="0" lvl="0" indent="0" algn="ctr">
              <a:buNone/>
            </a:pPr>
            <a:r>
              <a:rPr lang="en-US"/>
              <a:t>Click icon to add picture</a:t>
            </a:r>
            <a:endParaRPr lang="en-US" dirty="0"/>
          </a:p>
        </p:txBody>
      </p:sp>
    </p:spTree>
    <p:extLst>
      <p:ext uri="{BB962C8B-B14F-4D97-AF65-F5344CB8AC3E}">
        <p14:creationId xmlns:p14="http://schemas.microsoft.com/office/powerpoint/2010/main" val="422160925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B4EF4F-0A84-4C50-B171-F044231527B2}"/>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Picture Placeholder 6">
            <a:extLst>
              <a:ext uri="{FF2B5EF4-FFF2-40B4-BE49-F238E27FC236}">
                <a16:creationId xmlns:a16="http://schemas.microsoft.com/office/drawing/2014/main" id="{18957288-25D1-4D25-BECD-5A2E6A888185}"/>
              </a:ext>
            </a:extLst>
          </p:cNvPr>
          <p:cNvSpPr>
            <a:spLocks noGrp="1"/>
          </p:cNvSpPr>
          <p:nvPr>
            <p:ph type="pic" sz="quarter" idx="13"/>
          </p:nvPr>
        </p:nvSpPr>
        <p:spPr>
          <a:xfrm>
            <a:off x="371475" y="260350"/>
            <a:ext cx="4492625" cy="6300788"/>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5" name="Picture Placeholder 6">
            <a:extLst>
              <a:ext uri="{FF2B5EF4-FFF2-40B4-BE49-F238E27FC236}">
                <a16:creationId xmlns:a16="http://schemas.microsoft.com/office/drawing/2014/main" id="{D9C7DFC2-3A77-4761-A9AF-98963C5CCA07}"/>
              </a:ext>
            </a:extLst>
          </p:cNvPr>
          <p:cNvSpPr>
            <a:spLocks noGrp="1"/>
          </p:cNvSpPr>
          <p:nvPr>
            <p:ph type="pic" sz="quarter" idx="14"/>
          </p:nvPr>
        </p:nvSpPr>
        <p:spPr>
          <a:xfrm>
            <a:off x="4981575" y="260350"/>
            <a:ext cx="2740025" cy="6300788"/>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6" name="Picture Placeholder 6">
            <a:extLst>
              <a:ext uri="{FF2B5EF4-FFF2-40B4-BE49-F238E27FC236}">
                <a16:creationId xmlns:a16="http://schemas.microsoft.com/office/drawing/2014/main" id="{3F6FD22A-5FDA-45EC-BE49-3C0E30A397B0}"/>
              </a:ext>
            </a:extLst>
          </p:cNvPr>
          <p:cNvSpPr>
            <a:spLocks noGrp="1"/>
          </p:cNvSpPr>
          <p:nvPr>
            <p:ph type="pic" sz="quarter" idx="15"/>
          </p:nvPr>
        </p:nvSpPr>
        <p:spPr>
          <a:xfrm>
            <a:off x="7839076" y="260350"/>
            <a:ext cx="4052888" cy="3803650"/>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7" name="Picture Placeholder 6">
            <a:extLst>
              <a:ext uri="{FF2B5EF4-FFF2-40B4-BE49-F238E27FC236}">
                <a16:creationId xmlns:a16="http://schemas.microsoft.com/office/drawing/2014/main" id="{B64BDA74-9644-41EB-984D-939D27B60F3F}"/>
              </a:ext>
            </a:extLst>
          </p:cNvPr>
          <p:cNvSpPr>
            <a:spLocks noGrp="1"/>
          </p:cNvSpPr>
          <p:nvPr>
            <p:ph type="pic" sz="quarter" idx="16"/>
          </p:nvPr>
        </p:nvSpPr>
        <p:spPr>
          <a:xfrm>
            <a:off x="7839076" y="4165600"/>
            <a:ext cx="4052888" cy="2395538"/>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Tree>
    <p:extLst>
      <p:ext uri="{BB962C8B-B14F-4D97-AF65-F5344CB8AC3E}">
        <p14:creationId xmlns:p14="http://schemas.microsoft.com/office/powerpoint/2010/main" val="411447386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_Blank">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B4EF4F-0A84-4C50-B171-F044231527B2}"/>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Picture Placeholder 6">
            <a:extLst>
              <a:ext uri="{FF2B5EF4-FFF2-40B4-BE49-F238E27FC236}">
                <a16:creationId xmlns:a16="http://schemas.microsoft.com/office/drawing/2014/main" id="{18957288-25D1-4D25-BECD-5A2E6A888185}"/>
              </a:ext>
            </a:extLst>
          </p:cNvPr>
          <p:cNvSpPr>
            <a:spLocks noGrp="1"/>
          </p:cNvSpPr>
          <p:nvPr>
            <p:ph type="pic" sz="quarter" idx="13"/>
          </p:nvPr>
        </p:nvSpPr>
        <p:spPr>
          <a:xfrm>
            <a:off x="0" y="1233488"/>
            <a:ext cx="12192001" cy="4391024"/>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noProof="0"/>
              <a:t>Click icon to add picture</a:t>
            </a:r>
            <a:endParaRPr lang="en-US" noProof="0" dirty="0"/>
          </a:p>
        </p:txBody>
      </p:sp>
      <p:grpSp>
        <p:nvGrpSpPr>
          <p:cNvPr id="2" name="Group 1">
            <a:extLst>
              <a:ext uri="{FF2B5EF4-FFF2-40B4-BE49-F238E27FC236}">
                <a16:creationId xmlns:a16="http://schemas.microsoft.com/office/drawing/2014/main" id="{18F30468-CC2E-4430-88DD-81D548B988FA}"/>
              </a:ext>
            </a:extLst>
          </p:cNvPr>
          <p:cNvGrpSpPr/>
          <p:nvPr userDrawn="1"/>
        </p:nvGrpSpPr>
        <p:grpSpPr>
          <a:xfrm>
            <a:off x="371474" y="260350"/>
            <a:ext cx="644525" cy="973138"/>
            <a:chOff x="371475" y="671713"/>
            <a:chExt cx="496540" cy="836738"/>
          </a:xfrm>
        </p:grpSpPr>
        <p:sp>
          <p:nvSpPr>
            <p:cNvPr id="8" name="Rectangle 7">
              <a:extLst>
                <a:ext uri="{FF2B5EF4-FFF2-40B4-BE49-F238E27FC236}">
                  <a16:creationId xmlns:a16="http://schemas.microsoft.com/office/drawing/2014/main" id="{BF6F92E0-2218-46A5-A183-84468D9B72A2}"/>
                </a:ext>
              </a:extLst>
            </p:cNvPr>
            <p:cNvSpPr/>
            <p:nvPr userDrawn="1"/>
          </p:nvSpPr>
          <p:spPr>
            <a:xfrm>
              <a:off x="371475" y="1011911"/>
              <a:ext cx="496540" cy="49654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Rectangle 8">
              <a:extLst>
                <a:ext uri="{FF2B5EF4-FFF2-40B4-BE49-F238E27FC236}">
                  <a16:creationId xmlns:a16="http://schemas.microsoft.com/office/drawing/2014/main" id="{9B476586-864B-4C72-91AF-8CF8796C6DE8}"/>
                </a:ext>
              </a:extLst>
            </p:cNvPr>
            <p:cNvSpPr/>
            <p:nvPr userDrawn="1"/>
          </p:nvSpPr>
          <p:spPr>
            <a:xfrm>
              <a:off x="620587" y="671713"/>
              <a:ext cx="247428" cy="24742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0" name="Rectangle 9">
            <a:extLst>
              <a:ext uri="{FF2B5EF4-FFF2-40B4-BE49-F238E27FC236}">
                <a16:creationId xmlns:a16="http://schemas.microsoft.com/office/drawing/2014/main" id="{38B3D026-83A3-4D78-8B11-A20A6F47170C}"/>
              </a:ext>
            </a:extLst>
          </p:cNvPr>
          <p:cNvSpPr/>
          <p:nvPr userDrawn="1"/>
        </p:nvSpPr>
        <p:spPr>
          <a:xfrm>
            <a:off x="10795001" y="5642462"/>
            <a:ext cx="1397000" cy="12155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235995602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_Blank">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B4EF4F-0A84-4C50-B171-F044231527B2}"/>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id="{9171FC10-F7C3-4841-A705-B83FDE093009}"/>
              </a:ext>
            </a:extLst>
          </p:cNvPr>
          <p:cNvSpPr/>
          <p:nvPr userDrawn="1"/>
        </p:nvSpPr>
        <p:spPr>
          <a:xfrm>
            <a:off x="9398000" y="0"/>
            <a:ext cx="2793999"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Picture Placeholder 6">
            <a:extLst>
              <a:ext uri="{FF2B5EF4-FFF2-40B4-BE49-F238E27FC236}">
                <a16:creationId xmlns:a16="http://schemas.microsoft.com/office/drawing/2014/main" id="{18957288-25D1-4D25-BECD-5A2E6A888185}"/>
              </a:ext>
            </a:extLst>
          </p:cNvPr>
          <p:cNvSpPr>
            <a:spLocks noGrp="1"/>
          </p:cNvSpPr>
          <p:nvPr>
            <p:ph type="pic" sz="quarter" idx="13"/>
          </p:nvPr>
        </p:nvSpPr>
        <p:spPr>
          <a:xfrm>
            <a:off x="0" y="260350"/>
            <a:ext cx="11891963" cy="6300788"/>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noProof="0"/>
              <a:t>Click icon to add picture</a:t>
            </a:r>
            <a:endParaRPr lang="en-US" noProof="0" dirty="0"/>
          </a:p>
        </p:txBody>
      </p:sp>
    </p:spTree>
    <p:extLst>
      <p:ext uri="{BB962C8B-B14F-4D97-AF65-F5344CB8AC3E}">
        <p14:creationId xmlns:p14="http://schemas.microsoft.com/office/powerpoint/2010/main" val="103508598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BA5B3-8B1C-4C1C-B4EB-C9A8AC24AEDE}"/>
              </a:ext>
            </a:extLst>
          </p:cNvPr>
          <p:cNvSpPr>
            <a:spLocks noGrp="1"/>
          </p:cNvSpPr>
          <p:nvPr>
            <p:ph type="title"/>
          </p:nvPr>
        </p:nvSpPr>
        <p:spPr>
          <a:xfrm>
            <a:off x="371475" y="260351"/>
            <a:ext cx="11520487" cy="755649"/>
          </a:xfrm>
        </p:spPr>
        <p:txBody>
          <a:bodyPr/>
          <a:lstStyle/>
          <a:p>
            <a:r>
              <a:rPr lang="en-US"/>
              <a:t>Click to edit Master title style</a:t>
            </a:r>
            <a:endParaRPr lang="en-US" dirty="0"/>
          </a:p>
        </p:txBody>
      </p:sp>
      <p:sp>
        <p:nvSpPr>
          <p:cNvPr id="9" name="Slide Number Placeholder 8">
            <a:extLst>
              <a:ext uri="{FF2B5EF4-FFF2-40B4-BE49-F238E27FC236}">
                <a16:creationId xmlns:a16="http://schemas.microsoft.com/office/drawing/2014/main" id="{6B54C622-8EF1-4AE4-AB25-19D71A5C547C}"/>
              </a:ext>
            </a:extLst>
          </p:cNvPr>
          <p:cNvSpPr>
            <a:spLocks noGrp="1"/>
          </p:cNvSpPr>
          <p:nvPr>
            <p:ph type="sldNum" sz="quarter" idx="12"/>
          </p:nvPr>
        </p:nvSpPr>
        <p:spPr/>
        <p:txBody>
          <a:bodyPr/>
          <a:lstStyle/>
          <a:p>
            <a:fld id="{03DC2DEF-D2FE-4B45-ABA4-9F153FD1C98A}" type="slidenum">
              <a:rPr lang="en-US" smtClean="0"/>
              <a:t>‹#›</a:t>
            </a:fld>
            <a:endParaRPr lang="en-US" dirty="0"/>
          </a:p>
        </p:txBody>
      </p:sp>
      <p:sp>
        <p:nvSpPr>
          <p:cNvPr id="8" name="Picture Placeholder 6">
            <a:extLst>
              <a:ext uri="{FF2B5EF4-FFF2-40B4-BE49-F238E27FC236}">
                <a16:creationId xmlns:a16="http://schemas.microsoft.com/office/drawing/2014/main" id="{39EF0319-0CF7-4AB8-BE69-FEE9B6C298FE}"/>
              </a:ext>
            </a:extLst>
          </p:cNvPr>
          <p:cNvSpPr>
            <a:spLocks noGrp="1"/>
          </p:cNvSpPr>
          <p:nvPr>
            <p:ph type="pic" sz="quarter" idx="13"/>
          </p:nvPr>
        </p:nvSpPr>
        <p:spPr>
          <a:xfrm>
            <a:off x="371475" y="1233488"/>
            <a:ext cx="2466000" cy="4967287"/>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7" name="Rectangle 6">
            <a:extLst>
              <a:ext uri="{FF2B5EF4-FFF2-40B4-BE49-F238E27FC236}">
                <a16:creationId xmlns:a16="http://schemas.microsoft.com/office/drawing/2014/main" id="{02FAA6CD-8686-4F0E-9F34-3D74AC34027E}"/>
              </a:ext>
            </a:extLst>
          </p:cNvPr>
          <p:cNvSpPr/>
          <p:nvPr userDrawn="1"/>
        </p:nvSpPr>
        <p:spPr>
          <a:xfrm>
            <a:off x="2892285" y="1233488"/>
            <a:ext cx="3210339" cy="12715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 Placeholder 2">
            <a:extLst>
              <a:ext uri="{FF2B5EF4-FFF2-40B4-BE49-F238E27FC236}">
                <a16:creationId xmlns:a16="http://schemas.microsoft.com/office/drawing/2014/main" id="{9DA658D4-2F70-44A3-A7C3-BF6A1D7BE2A9}"/>
              </a:ext>
            </a:extLst>
          </p:cNvPr>
          <p:cNvSpPr>
            <a:spLocks noGrp="1"/>
          </p:cNvSpPr>
          <p:nvPr>
            <p:ph type="body" idx="1"/>
          </p:nvPr>
        </p:nvSpPr>
        <p:spPr>
          <a:xfrm>
            <a:off x="3004445" y="1330963"/>
            <a:ext cx="2986019" cy="1076636"/>
          </a:xfrm>
        </p:spPr>
        <p:txBody>
          <a:bodyPr anchor="ctr"/>
          <a:lstStyle>
            <a:lvl1pPr marL="0" indent="0">
              <a:buNone/>
              <a:defRPr sz="2400" b="1">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Rectangle 9">
            <a:extLst>
              <a:ext uri="{FF2B5EF4-FFF2-40B4-BE49-F238E27FC236}">
                <a16:creationId xmlns:a16="http://schemas.microsoft.com/office/drawing/2014/main" id="{735AFBAA-25FF-494A-937E-3DFC5F737803}"/>
              </a:ext>
            </a:extLst>
          </p:cNvPr>
          <p:cNvSpPr/>
          <p:nvPr userDrawn="1"/>
        </p:nvSpPr>
        <p:spPr>
          <a:xfrm>
            <a:off x="2892284" y="2542916"/>
            <a:ext cx="3210339" cy="3657859"/>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Content Placeholder 3">
            <a:extLst>
              <a:ext uri="{FF2B5EF4-FFF2-40B4-BE49-F238E27FC236}">
                <a16:creationId xmlns:a16="http://schemas.microsoft.com/office/drawing/2014/main" id="{CDF57B0C-62A3-4053-936D-9841C7D76D8B}"/>
              </a:ext>
            </a:extLst>
          </p:cNvPr>
          <p:cNvSpPr>
            <a:spLocks noGrp="1"/>
          </p:cNvSpPr>
          <p:nvPr>
            <p:ph sz="half" idx="2"/>
          </p:nvPr>
        </p:nvSpPr>
        <p:spPr>
          <a:xfrm>
            <a:off x="3004445" y="2623930"/>
            <a:ext cx="2986019" cy="3448880"/>
          </a:xfrm>
        </p:spPr>
        <p:txBody>
          <a:bodyPr>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6">
            <a:extLst>
              <a:ext uri="{FF2B5EF4-FFF2-40B4-BE49-F238E27FC236}">
                <a16:creationId xmlns:a16="http://schemas.microsoft.com/office/drawing/2014/main" id="{F36B08A9-4F2C-4D72-A755-CBF0DAD5A4FC}"/>
              </a:ext>
            </a:extLst>
          </p:cNvPr>
          <p:cNvSpPr>
            <a:spLocks noGrp="1"/>
          </p:cNvSpPr>
          <p:nvPr>
            <p:ph type="pic" sz="quarter" idx="14"/>
          </p:nvPr>
        </p:nvSpPr>
        <p:spPr>
          <a:xfrm>
            <a:off x="6151738" y="1233487"/>
            <a:ext cx="2464907" cy="4967287"/>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12" name="Rectangle 11">
            <a:extLst>
              <a:ext uri="{FF2B5EF4-FFF2-40B4-BE49-F238E27FC236}">
                <a16:creationId xmlns:a16="http://schemas.microsoft.com/office/drawing/2014/main" id="{7CD8F79B-BFE6-4B3E-8853-5C61FDFF46D9}"/>
              </a:ext>
            </a:extLst>
          </p:cNvPr>
          <p:cNvSpPr/>
          <p:nvPr userDrawn="1"/>
        </p:nvSpPr>
        <p:spPr>
          <a:xfrm>
            <a:off x="8673131" y="1233488"/>
            <a:ext cx="3210339" cy="127158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3" name="Rectangle 12">
            <a:extLst>
              <a:ext uri="{FF2B5EF4-FFF2-40B4-BE49-F238E27FC236}">
                <a16:creationId xmlns:a16="http://schemas.microsoft.com/office/drawing/2014/main" id="{33B3569E-E4EC-433C-AFDA-E50961675D8F}"/>
              </a:ext>
            </a:extLst>
          </p:cNvPr>
          <p:cNvSpPr/>
          <p:nvPr userDrawn="1"/>
        </p:nvSpPr>
        <p:spPr>
          <a:xfrm>
            <a:off x="8673130" y="2542916"/>
            <a:ext cx="3210339" cy="3657859"/>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4">
            <a:extLst>
              <a:ext uri="{FF2B5EF4-FFF2-40B4-BE49-F238E27FC236}">
                <a16:creationId xmlns:a16="http://schemas.microsoft.com/office/drawing/2014/main" id="{BA2A6524-3EAC-4E27-BF8E-8F87E480F902}"/>
              </a:ext>
            </a:extLst>
          </p:cNvPr>
          <p:cNvSpPr>
            <a:spLocks noGrp="1"/>
          </p:cNvSpPr>
          <p:nvPr>
            <p:ph type="body" sz="quarter" idx="3"/>
          </p:nvPr>
        </p:nvSpPr>
        <p:spPr>
          <a:xfrm>
            <a:off x="8786099" y="1333189"/>
            <a:ext cx="2984400" cy="1074410"/>
          </a:xfrm>
        </p:spPr>
        <p:txBody>
          <a:bodyPr anchor="ctr"/>
          <a:lstStyle>
            <a:lvl1pPr marL="0" indent="0">
              <a:buNone/>
              <a:defRPr sz="2400" b="1">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1FB94EC-1786-4ACB-B9A8-28216C7AB699}"/>
              </a:ext>
            </a:extLst>
          </p:cNvPr>
          <p:cNvSpPr>
            <a:spLocks noGrp="1"/>
          </p:cNvSpPr>
          <p:nvPr>
            <p:ph sz="quarter" idx="4"/>
          </p:nvPr>
        </p:nvSpPr>
        <p:spPr>
          <a:xfrm>
            <a:off x="8786099" y="2623930"/>
            <a:ext cx="2984400" cy="3448881"/>
          </a:xfrm>
        </p:spPr>
        <p:txBody>
          <a:bodyPr>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8961887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BA5B3-8B1C-4C1C-B4EB-C9A8AC24AEDE}"/>
              </a:ext>
            </a:extLst>
          </p:cNvPr>
          <p:cNvSpPr>
            <a:spLocks noGrp="1"/>
          </p:cNvSpPr>
          <p:nvPr>
            <p:ph type="title"/>
          </p:nvPr>
        </p:nvSpPr>
        <p:spPr>
          <a:xfrm>
            <a:off x="371475" y="260351"/>
            <a:ext cx="11520487" cy="755649"/>
          </a:xfrm>
        </p:spPr>
        <p:txBody>
          <a:bodyPr/>
          <a:lstStyle/>
          <a:p>
            <a:r>
              <a:rPr lang="en-US"/>
              <a:t>Click to edit Master title style</a:t>
            </a:r>
            <a:endParaRPr lang="en-US" dirty="0"/>
          </a:p>
        </p:txBody>
      </p:sp>
      <p:sp>
        <p:nvSpPr>
          <p:cNvPr id="9" name="Slide Number Placeholder 8">
            <a:extLst>
              <a:ext uri="{FF2B5EF4-FFF2-40B4-BE49-F238E27FC236}">
                <a16:creationId xmlns:a16="http://schemas.microsoft.com/office/drawing/2014/main" id="{6B54C622-8EF1-4AE4-AB25-19D71A5C547C}"/>
              </a:ext>
            </a:extLst>
          </p:cNvPr>
          <p:cNvSpPr>
            <a:spLocks noGrp="1"/>
          </p:cNvSpPr>
          <p:nvPr>
            <p:ph type="sldNum" sz="quarter" idx="12"/>
          </p:nvPr>
        </p:nvSpPr>
        <p:spPr/>
        <p:txBody>
          <a:bodyPr/>
          <a:lstStyle/>
          <a:p>
            <a:fld id="{03DC2DEF-D2FE-4B45-ABA4-9F153FD1C98A}" type="slidenum">
              <a:rPr lang="en-US" smtClean="0"/>
              <a:t>‹#›</a:t>
            </a:fld>
            <a:endParaRPr lang="en-US" dirty="0"/>
          </a:p>
        </p:txBody>
      </p:sp>
      <p:sp>
        <p:nvSpPr>
          <p:cNvPr id="8" name="Picture Placeholder 6">
            <a:extLst>
              <a:ext uri="{FF2B5EF4-FFF2-40B4-BE49-F238E27FC236}">
                <a16:creationId xmlns:a16="http://schemas.microsoft.com/office/drawing/2014/main" id="{39EF0319-0CF7-4AB8-BE69-FEE9B6C298FE}"/>
              </a:ext>
            </a:extLst>
          </p:cNvPr>
          <p:cNvSpPr>
            <a:spLocks noGrp="1"/>
          </p:cNvSpPr>
          <p:nvPr>
            <p:ph type="pic" sz="quarter" idx="13"/>
          </p:nvPr>
        </p:nvSpPr>
        <p:spPr>
          <a:xfrm>
            <a:off x="7063827" y="1233488"/>
            <a:ext cx="4828135" cy="4967287"/>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7" name="Rectangle 6">
            <a:extLst>
              <a:ext uri="{FF2B5EF4-FFF2-40B4-BE49-F238E27FC236}">
                <a16:creationId xmlns:a16="http://schemas.microsoft.com/office/drawing/2014/main" id="{02FAA6CD-8686-4F0E-9F34-3D74AC34027E}"/>
              </a:ext>
            </a:extLst>
          </p:cNvPr>
          <p:cNvSpPr/>
          <p:nvPr userDrawn="1"/>
        </p:nvSpPr>
        <p:spPr>
          <a:xfrm>
            <a:off x="371476" y="1233488"/>
            <a:ext cx="3210339" cy="12715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 Placeholder 2">
            <a:extLst>
              <a:ext uri="{FF2B5EF4-FFF2-40B4-BE49-F238E27FC236}">
                <a16:creationId xmlns:a16="http://schemas.microsoft.com/office/drawing/2014/main" id="{9DA658D4-2F70-44A3-A7C3-BF6A1D7BE2A9}"/>
              </a:ext>
            </a:extLst>
          </p:cNvPr>
          <p:cNvSpPr>
            <a:spLocks noGrp="1"/>
          </p:cNvSpPr>
          <p:nvPr>
            <p:ph type="body" idx="1"/>
          </p:nvPr>
        </p:nvSpPr>
        <p:spPr>
          <a:xfrm>
            <a:off x="483636" y="1330963"/>
            <a:ext cx="2986019" cy="1076636"/>
          </a:xfrm>
        </p:spPr>
        <p:txBody>
          <a:bodyPr anchor="ctr"/>
          <a:lstStyle>
            <a:lvl1pPr marL="0" indent="0">
              <a:buNone/>
              <a:defRPr sz="2400" b="1">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Rectangle 9">
            <a:extLst>
              <a:ext uri="{FF2B5EF4-FFF2-40B4-BE49-F238E27FC236}">
                <a16:creationId xmlns:a16="http://schemas.microsoft.com/office/drawing/2014/main" id="{735AFBAA-25FF-494A-937E-3DFC5F737803}"/>
              </a:ext>
            </a:extLst>
          </p:cNvPr>
          <p:cNvSpPr/>
          <p:nvPr userDrawn="1"/>
        </p:nvSpPr>
        <p:spPr>
          <a:xfrm>
            <a:off x="371475" y="2542916"/>
            <a:ext cx="3210339" cy="3657859"/>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Content Placeholder 3">
            <a:extLst>
              <a:ext uri="{FF2B5EF4-FFF2-40B4-BE49-F238E27FC236}">
                <a16:creationId xmlns:a16="http://schemas.microsoft.com/office/drawing/2014/main" id="{CDF57B0C-62A3-4053-936D-9841C7D76D8B}"/>
              </a:ext>
            </a:extLst>
          </p:cNvPr>
          <p:cNvSpPr>
            <a:spLocks noGrp="1"/>
          </p:cNvSpPr>
          <p:nvPr>
            <p:ph sz="half" idx="2"/>
          </p:nvPr>
        </p:nvSpPr>
        <p:spPr>
          <a:xfrm>
            <a:off x="483636" y="2623930"/>
            <a:ext cx="2986019" cy="3448880"/>
          </a:xfrm>
        </p:spPr>
        <p:txBody>
          <a:bodyPr>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Rectangle 11">
            <a:extLst>
              <a:ext uri="{FF2B5EF4-FFF2-40B4-BE49-F238E27FC236}">
                <a16:creationId xmlns:a16="http://schemas.microsoft.com/office/drawing/2014/main" id="{7CD8F79B-BFE6-4B3E-8853-5C61FDFF46D9}"/>
              </a:ext>
            </a:extLst>
          </p:cNvPr>
          <p:cNvSpPr/>
          <p:nvPr userDrawn="1"/>
        </p:nvSpPr>
        <p:spPr>
          <a:xfrm>
            <a:off x="3717652" y="1233488"/>
            <a:ext cx="3210339" cy="127158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3" name="Rectangle 12">
            <a:extLst>
              <a:ext uri="{FF2B5EF4-FFF2-40B4-BE49-F238E27FC236}">
                <a16:creationId xmlns:a16="http://schemas.microsoft.com/office/drawing/2014/main" id="{33B3569E-E4EC-433C-AFDA-E50961675D8F}"/>
              </a:ext>
            </a:extLst>
          </p:cNvPr>
          <p:cNvSpPr/>
          <p:nvPr userDrawn="1"/>
        </p:nvSpPr>
        <p:spPr>
          <a:xfrm>
            <a:off x="3717651" y="2542916"/>
            <a:ext cx="3210339" cy="3657859"/>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4">
            <a:extLst>
              <a:ext uri="{FF2B5EF4-FFF2-40B4-BE49-F238E27FC236}">
                <a16:creationId xmlns:a16="http://schemas.microsoft.com/office/drawing/2014/main" id="{BA2A6524-3EAC-4E27-BF8E-8F87E480F902}"/>
              </a:ext>
            </a:extLst>
          </p:cNvPr>
          <p:cNvSpPr>
            <a:spLocks noGrp="1"/>
          </p:cNvSpPr>
          <p:nvPr>
            <p:ph type="body" sz="quarter" idx="3"/>
          </p:nvPr>
        </p:nvSpPr>
        <p:spPr>
          <a:xfrm>
            <a:off x="3830620" y="1333189"/>
            <a:ext cx="2984400" cy="1074410"/>
          </a:xfrm>
        </p:spPr>
        <p:txBody>
          <a:bodyPr anchor="ctr"/>
          <a:lstStyle>
            <a:lvl1pPr marL="0" indent="0">
              <a:buNone/>
              <a:defRPr sz="2400" b="1">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1FB94EC-1786-4ACB-B9A8-28216C7AB699}"/>
              </a:ext>
            </a:extLst>
          </p:cNvPr>
          <p:cNvSpPr>
            <a:spLocks noGrp="1"/>
          </p:cNvSpPr>
          <p:nvPr>
            <p:ph sz="quarter" idx="4"/>
          </p:nvPr>
        </p:nvSpPr>
        <p:spPr>
          <a:xfrm>
            <a:off x="3830620" y="2623930"/>
            <a:ext cx="2984400" cy="3448881"/>
          </a:xfrm>
        </p:spPr>
        <p:txBody>
          <a:bodyPr>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5885199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BA5B3-8B1C-4C1C-B4EB-C9A8AC24AEDE}"/>
              </a:ext>
            </a:extLst>
          </p:cNvPr>
          <p:cNvSpPr>
            <a:spLocks noGrp="1"/>
          </p:cNvSpPr>
          <p:nvPr>
            <p:ph type="title"/>
          </p:nvPr>
        </p:nvSpPr>
        <p:spPr>
          <a:xfrm>
            <a:off x="371475" y="260351"/>
            <a:ext cx="11520487" cy="755649"/>
          </a:xfrm>
        </p:spPr>
        <p:txBody>
          <a:bodyPr/>
          <a:lstStyle/>
          <a:p>
            <a:r>
              <a:rPr lang="en-US"/>
              <a:t>Click to edit Master title style</a:t>
            </a:r>
            <a:endParaRPr lang="en-US" dirty="0"/>
          </a:p>
        </p:txBody>
      </p:sp>
      <p:sp>
        <p:nvSpPr>
          <p:cNvPr id="9" name="Slide Number Placeholder 8">
            <a:extLst>
              <a:ext uri="{FF2B5EF4-FFF2-40B4-BE49-F238E27FC236}">
                <a16:creationId xmlns:a16="http://schemas.microsoft.com/office/drawing/2014/main" id="{6B54C622-8EF1-4AE4-AB25-19D71A5C547C}"/>
              </a:ext>
            </a:extLst>
          </p:cNvPr>
          <p:cNvSpPr>
            <a:spLocks noGrp="1"/>
          </p:cNvSpPr>
          <p:nvPr>
            <p:ph type="sldNum" sz="quarter" idx="12"/>
          </p:nvPr>
        </p:nvSpPr>
        <p:spPr/>
        <p:txBody>
          <a:bodyPr/>
          <a:lstStyle/>
          <a:p>
            <a:fld id="{03DC2DEF-D2FE-4B45-ABA4-9F153FD1C98A}" type="slidenum">
              <a:rPr lang="en-US" smtClean="0"/>
              <a:t>‹#›</a:t>
            </a:fld>
            <a:endParaRPr lang="en-US" dirty="0"/>
          </a:p>
        </p:txBody>
      </p:sp>
      <p:sp>
        <p:nvSpPr>
          <p:cNvPr id="8" name="Picture Placeholder 6">
            <a:extLst>
              <a:ext uri="{FF2B5EF4-FFF2-40B4-BE49-F238E27FC236}">
                <a16:creationId xmlns:a16="http://schemas.microsoft.com/office/drawing/2014/main" id="{39EF0319-0CF7-4AB8-BE69-FEE9B6C298FE}"/>
              </a:ext>
            </a:extLst>
          </p:cNvPr>
          <p:cNvSpPr>
            <a:spLocks noGrp="1"/>
          </p:cNvSpPr>
          <p:nvPr>
            <p:ph type="pic" sz="quarter" idx="13"/>
          </p:nvPr>
        </p:nvSpPr>
        <p:spPr>
          <a:xfrm>
            <a:off x="371475" y="1233488"/>
            <a:ext cx="11520487" cy="4967287"/>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5" name="Text Placeholder 4">
            <a:extLst>
              <a:ext uri="{FF2B5EF4-FFF2-40B4-BE49-F238E27FC236}">
                <a16:creationId xmlns:a16="http://schemas.microsoft.com/office/drawing/2014/main" id="{BA2A6524-3EAC-4E27-BF8E-8F87E480F902}"/>
              </a:ext>
            </a:extLst>
          </p:cNvPr>
          <p:cNvSpPr>
            <a:spLocks noGrp="1"/>
          </p:cNvSpPr>
          <p:nvPr>
            <p:ph type="body" sz="quarter" idx="3"/>
          </p:nvPr>
        </p:nvSpPr>
        <p:spPr>
          <a:xfrm>
            <a:off x="6261798" y="2910543"/>
            <a:ext cx="5058000" cy="518457"/>
          </a:xfrm>
        </p:spPr>
        <p:txBody>
          <a:bodyPr anchor="ctr">
            <a:normAutofit/>
          </a:bodyPr>
          <a:lstStyle>
            <a:lvl1pPr marL="0" indent="0">
              <a:buNone/>
              <a:defRPr sz="2000" b="1">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1FB94EC-1786-4ACB-B9A8-28216C7AB699}"/>
              </a:ext>
            </a:extLst>
          </p:cNvPr>
          <p:cNvSpPr>
            <a:spLocks noGrp="1"/>
          </p:cNvSpPr>
          <p:nvPr>
            <p:ph sz="quarter" idx="4"/>
          </p:nvPr>
        </p:nvSpPr>
        <p:spPr>
          <a:xfrm>
            <a:off x="6261798" y="3523420"/>
            <a:ext cx="5058000" cy="2181641"/>
          </a:xfrm>
        </p:spPr>
        <p:txBody>
          <a:bodyPr>
            <a:normAutofit/>
          </a:bodyPr>
          <a:lstStyle>
            <a:lvl1pPr>
              <a:defRPr sz="1600">
                <a:solidFill>
                  <a:schemeClr val="bg1"/>
                </a:solidFill>
              </a:defRPr>
            </a:lvl1pPr>
            <a:lvl2pPr>
              <a:defRPr sz="1400">
                <a:solidFill>
                  <a:schemeClr val="bg1"/>
                </a:solidFill>
              </a:defRPr>
            </a:lvl2pPr>
            <a:lvl3pPr>
              <a:defRPr sz="1200">
                <a:solidFill>
                  <a:schemeClr val="bg1"/>
                </a:solidFill>
              </a:defRPr>
            </a:lvl3pPr>
            <a:lvl4pPr>
              <a:defRPr sz="1100">
                <a:solidFill>
                  <a:schemeClr val="bg1"/>
                </a:solidFill>
              </a:defRPr>
            </a:lvl4pPr>
            <a:lvl5pPr>
              <a:defRPr sz="11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2">
            <a:extLst>
              <a:ext uri="{FF2B5EF4-FFF2-40B4-BE49-F238E27FC236}">
                <a16:creationId xmlns:a16="http://schemas.microsoft.com/office/drawing/2014/main" id="{9DA658D4-2F70-44A3-A7C3-BF6A1D7BE2A9}"/>
              </a:ext>
            </a:extLst>
          </p:cNvPr>
          <p:cNvSpPr>
            <a:spLocks noGrp="1"/>
          </p:cNvSpPr>
          <p:nvPr>
            <p:ph type="body" idx="1"/>
          </p:nvPr>
        </p:nvSpPr>
        <p:spPr>
          <a:xfrm>
            <a:off x="895142" y="2910543"/>
            <a:ext cx="5058397" cy="518457"/>
          </a:xfrm>
        </p:spPr>
        <p:txBody>
          <a:bodyPr anchor="ctr"/>
          <a:lstStyle>
            <a:lvl1pPr marL="0" indent="0">
              <a:buNone/>
              <a:defRPr sz="2000" b="1">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DF57B0C-62A3-4053-936D-9841C7D76D8B}"/>
              </a:ext>
            </a:extLst>
          </p:cNvPr>
          <p:cNvSpPr>
            <a:spLocks noGrp="1"/>
          </p:cNvSpPr>
          <p:nvPr>
            <p:ph sz="half" idx="2"/>
          </p:nvPr>
        </p:nvSpPr>
        <p:spPr>
          <a:xfrm>
            <a:off x="895142" y="3523420"/>
            <a:ext cx="5058397" cy="2181641"/>
          </a:xfrm>
        </p:spPr>
        <p:txBody>
          <a:bodyPr>
            <a:normAutofit/>
          </a:bodyPr>
          <a:lstStyle>
            <a:lvl1pPr>
              <a:defRPr sz="1600">
                <a:solidFill>
                  <a:schemeClr val="bg1"/>
                </a:solidFill>
              </a:defRPr>
            </a:lvl1pPr>
            <a:lvl2pPr>
              <a:defRPr sz="1400">
                <a:solidFill>
                  <a:schemeClr val="bg1"/>
                </a:solidFill>
              </a:defRPr>
            </a:lvl2pPr>
            <a:lvl3pPr>
              <a:defRPr sz="1200">
                <a:solidFill>
                  <a:schemeClr val="bg1"/>
                </a:solidFill>
              </a:defRPr>
            </a:lvl3pPr>
            <a:lvl4pPr>
              <a:defRPr sz="1100">
                <a:solidFill>
                  <a:schemeClr val="bg1"/>
                </a:solidFill>
              </a:defRPr>
            </a:lvl4pPr>
            <a:lvl5pPr>
              <a:defRPr sz="11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8641947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_Comparison">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DB43705-0B3F-4F77-A8BB-08EC09D36A56}"/>
              </a:ext>
            </a:extLst>
          </p:cNvPr>
          <p:cNvSpPr/>
          <p:nvPr userDrawn="1"/>
        </p:nvSpPr>
        <p:spPr>
          <a:xfrm>
            <a:off x="0" y="0"/>
            <a:ext cx="12192000" cy="21463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B2BA5B3-8B1C-4C1C-B4EB-C9A8AC24AEDE}"/>
              </a:ext>
            </a:extLst>
          </p:cNvPr>
          <p:cNvSpPr>
            <a:spLocks noGrp="1"/>
          </p:cNvSpPr>
          <p:nvPr>
            <p:ph type="title"/>
          </p:nvPr>
        </p:nvSpPr>
        <p:spPr>
          <a:xfrm>
            <a:off x="371475" y="260351"/>
            <a:ext cx="11520487" cy="755649"/>
          </a:xfrm>
        </p:spPr>
        <p:txBody>
          <a:bodyPr/>
          <a:lstStyle>
            <a:lvl1pPr algn="ctr">
              <a:defRPr>
                <a:solidFill>
                  <a:schemeClr val="bg1"/>
                </a:solidFill>
              </a:defRPr>
            </a:lvl1pPr>
          </a:lstStyle>
          <a:p>
            <a:r>
              <a:rPr lang="en-US"/>
              <a:t>Click to edit Master title style</a:t>
            </a:r>
            <a:endParaRPr lang="en-US" dirty="0"/>
          </a:p>
        </p:txBody>
      </p:sp>
      <p:sp>
        <p:nvSpPr>
          <p:cNvPr id="9" name="Slide Number Placeholder 8">
            <a:extLst>
              <a:ext uri="{FF2B5EF4-FFF2-40B4-BE49-F238E27FC236}">
                <a16:creationId xmlns:a16="http://schemas.microsoft.com/office/drawing/2014/main" id="{6B54C622-8EF1-4AE4-AB25-19D71A5C547C}"/>
              </a:ext>
            </a:extLst>
          </p:cNvPr>
          <p:cNvSpPr>
            <a:spLocks noGrp="1"/>
          </p:cNvSpPr>
          <p:nvPr>
            <p:ph type="sldNum" sz="quarter" idx="12"/>
          </p:nvPr>
        </p:nvSpPr>
        <p:spPr/>
        <p:txBody>
          <a:bodyPr/>
          <a:lstStyle/>
          <a:p>
            <a:fld id="{03DC2DEF-D2FE-4B45-ABA4-9F153FD1C98A}" type="slidenum">
              <a:rPr lang="en-US" smtClean="0"/>
              <a:t>‹#›</a:t>
            </a:fld>
            <a:endParaRPr lang="en-US" dirty="0"/>
          </a:p>
        </p:txBody>
      </p:sp>
      <p:sp>
        <p:nvSpPr>
          <p:cNvPr id="5" name="Text Placeholder 4">
            <a:extLst>
              <a:ext uri="{FF2B5EF4-FFF2-40B4-BE49-F238E27FC236}">
                <a16:creationId xmlns:a16="http://schemas.microsoft.com/office/drawing/2014/main" id="{BA2A6524-3EAC-4E27-BF8E-8F87E480F902}"/>
              </a:ext>
            </a:extLst>
          </p:cNvPr>
          <p:cNvSpPr>
            <a:spLocks noGrp="1"/>
          </p:cNvSpPr>
          <p:nvPr>
            <p:ph type="body" sz="quarter" idx="3"/>
          </p:nvPr>
        </p:nvSpPr>
        <p:spPr>
          <a:xfrm>
            <a:off x="6261797" y="3634443"/>
            <a:ext cx="5630165" cy="518457"/>
          </a:xfrm>
        </p:spPr>
        <p:txBody>
          <a:bodyPr anchor="ctr">
            <a:normAutofit/>
          </a:bodyPr>
          <a:lstStyle>
            <a:lvl1pPr marL="0" indent="0">
              <a:buNone/>
              <a:defRPr sz="2000" b="1">
                <a:solidFill>
                  <a:schemeClr val="tx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1FB94EC-1786-4ACB-B9A8-28216C7AB699}"/>
              </a:ext>
            </a:extLst>
          </p:cNvPr>
          <p:cNvSpPr>
            <a:spLocks noGrp="1"/>
          </p:cNvSpPr>
          <p:nvPr>
            <p:ph sz="quarter" idx="4"/>
          </p:nvPr>
        </p:nvSpPr>
        <p:spPr>
          <a:xfrm>
            <a:off x="6261797" y="4247320"/>
            <a:ext cx="5630165" cy="1953455"/>
          </a:xfrm>
        </p:spPr>
        <p:txBody>
          <a:bodyPr>
            <a:normAutofit/>
          </a:bodyPr>
          <a:lstStyle>
            <a:lvl1pPr>
              <a:defRPr sz="1800">
                <a:solidFill>
                  <a:schemeClr val="tx1"/>
                </a:solidFill>
              </a:defRPr>
            </a:lvl1pPr>
            <a:lvl2pPr>
              <a:defRPr sz="1600">
                <a:solidFill>
                  <a:schemeClr val="tx1"/>
                </a:solidFill>
              </a:defRPr>
            </a:lvl2pPr>
            <a:lvl3pPr>
              <a:defRPr sz="1400">
                <a:solidFill>
                  <a:schemeClr val="tx1"/>
                </a:solidFill>
              </a:defRPr>
            </a:lvl3pPr>
            <a:lvl4pPr>
              <a:defRPr sz="1200">
                <a:solidFill>
                  <a:schemeClr val="tx1"/>
                </a:solidFill>
              </a:defRPr>
            </a:lvl4pPr>
            <a:lvl5pP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2">
            <a:extLst>
              <a:ext uri="{FF2B5EF4-FFF2-40B4-BE49-F238E27FC236}">
                <a16:creationId xmlns:a16="http://schemas.microsoft.com/office/drawing/2014/main" id="{9DA658D4-2F70-44A3-A7C3-BF6A1D7BE2A9}"/>
              </a:ext>
            </a:extLst>
          </p:cNvPr>
          <p:cNvSpPr>
            <a:spLocks noGrp="1"/>
          </p:cNvSpPr>
          <p:nvPr>
            <p:ph type="body" idx="1"/>
          </p:nvPr>
        </p:nvSpPr>
        <p:spPr>
          <a:xfrm>
            <a:off x="371476" y="3634443"/>
            <a:ext cx="5582064" cy="518457"/>
          </a:xfrm>
        </p:spPr>
        <p:txBody>
          <a:bodyPr anchor="ctr"/>
          <a:lstStyle>
            <a:lvl1pPr marL="0" indent="0">
              <a:buNone/>
              <a:defRPr sz="2000" b="1">
                <a:solidFill>
                  <a:schemeClr val="tx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DF57B0C-62A3-4053-936D-9841C7D76D8B}"/>
              </a:ext>
            </a:extLst>
          </p:cNvPr>
          <p:cNvSpPr>
            <a:spLocks noGrp="1"/>
          </p:cNvSpPr>
          <p:nvPr>
            <p:ph sz="half" idx="2"/>
          </p:nvPr>
        </p:nvSpPr>
        <p:spPr>
          <a:xfrm>
            <a:off x="371476" y="4247320"/>
            <a:ext cx="5582064" cy="1953455"/>
          </a:xfrm>
        </p:spPr>
        <p:txBody>
          <a:bodyPr>
            <a:normAutofit/>
          </a:bodyPr>
          <a:lstStyle>
            <a:lvl1pPr>
              <a:defRPr sz="1800">
                <a:solidFill>
                  <a:schemeClr val="tx1"/>
                </a:solidFill>
              </a:defRPr>
            </a:lvl1pPr>
            <a:lvl2pPr>
              <a:defRPr sz="1600">
                <a:solidFill>
                  <a:schemeClr val="tx1"/>
                </a:solidFill>
              </a:defRPr>
            </a:lvl2pPr>
            <a:lvl3pPr>
              <a:defRPr sz="1400">
                <a:solidFill>
                  <a:schemeClr val="tx1"/>
                </a:solidFill>
              </a:defRPr>
            </a:lvl3pPr>
            <a:lvl4pPr>
              <a:defRPr sz="1200">
                <a:solidFill>
                  <a:schemeClr val="tx1"/>
                </a:solidFill>
              </a:defRPr>
            </a:lvl4pPr>
            <a:lvl5pP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6">
            <a:extLst>
              <a:ext uri="{FF2B5EF4-FFF2-40B4-BE49-F238E27FC236}">
                <a16:creationId xmlns:a16="http://schemas.microsoft.com/office/drawing/2014/main" id="{16CD8AAD-701B-4F23-AB47-6FC680787135}"/>
              </a:ext>
            </a:extLst>
          </p:cNvPr>
          <p:cNvSpPr>
            <a:spLocks noGrp="1"/>
          </p:cNvSpPr>
          <p:nvPr>
            <p:ph type="pic" sz="quarter" idx="13"/>
          </p:nvPr>
        </p:nvSpPr>
        <p:spPr>
          <a:xfrm>
            <a:off x="371476" y="1593851"/>
            <a:ext cx="5582064" cy="1929569"/>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16" name="Picture Placeholder 6">
            <a:extLst>
              <a:ext uri="{FF2B5EF4-FFF2-40B4-BE49-F238E27FC236}">
                <a16:creationId xmlns:a16="http://schemas.microsoft.com/office/drawing/2014/main" id="{2B9551A7-E41A-4D0E-925B-71270CA0F339}"/>
              </a:ext>
            </a:extLst>
          </p:cNvPr>
          <p:cNvSpPr>
            <a:spLocks noGrp="1"/>
          </p:cNvSpPr>
          <p:nvPr>
            <p:ph type="pic" sz="quarter" idx="14"/>
          </p:nvPr>
        </p:nvSpPr>
        <p:spPr>
          <a:xfrm>
            <a:off x="6281738" y="1593850"/>
            <a:ext cx="5582064" cy="1929569"/>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Tree>
    <p:extLst>
      <p:ext uri="{BB962C8B-B14F-4D97-AF65-F5344CB8AC3E}">
        <p14:creationId xmlns:p14="http://schemas.microsoft.com/office/powerpoint/2010/main" val="381542488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4_Comparison">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990C1024-E4C7-44C6-ADC4-870B3D482C3F}"/>
              </a:ext>
            </a:extLst>
          </p:cNvPr>
          <p:cNvSpPr/>
          <p:nvPr userDrawn="1"/>
        </p:nvSpPr>
        <p:spPr>
          <a:xfrm>
            <a:off x="6441279" y="3761720"/>
            <a:ext cx="5446800" cy="240095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4DB43705-0B3F-4F77-A8BB-08EC09D36A56}"/>
              </a:ext>
            </a:extLst>
          </p:cNvPr>
          <p:cNvSpPr/>
          <p:nvPr userDrawn="1"/>
        </p:nvSpPr>
        <p:spPr>
          <a:xfrm>
            <a:off x="371474" y="1271588"/>
            <a:ext cx="5445125" cy="240095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B2BA5B3-8B1C-4C1C-B4EB-C9A8AC24AEDE}"/>
              </a:ext>
            </a:extLst>
          </p:cNvPr>
          <p:cNvSpPr>
            <a:spLocks noGrp="1"/>
          </p:cNvSpPr>
          <p:nvPr>
            <p:ph type="title"/>
          </p:nvPr>
        </p:nvSpPr>
        <p:spPr>
          <a:xfrm>
            <a:off x="371475" y="260351"/>
            <a:ext cx="11520487" cy="755649"/>
          </a:xfrm>
        </p:spPr>
        <p:txBody>
          <a:bodyPr/>
          <a:lstStyle>
            <a:lvl1pPr algn="l">
              <a:defRPr>
                <a:solidFill>
                  <a:schemeClr val="tx1"/>
                </a:solidFill>
              </a:defRPr>
            </a:lvl1pPr>
          </a:lstStyle>
          <a:p>
            <a:r>
              <a:rPr lang="en-US"/>
              <a:t>Click to edit Master title style</a:t>
            </a:r>
            <a:endParaRPr lang="en-US" dirty="0"/>
          </a:p>
        </p:txBody>
      </p:sp>
      <p:sp>
        <p:nvSpPr>
          <p:cNvPr id="9" name="Slide Number Placeholder 8">
            <a:extLst>
              <a:ext uri="{FF2B5EF4-FFF2-40B4-BE49-F238E27FC236}">
                <a16:creationId xmlns:a16="http://schemas.microsoft.com/office/drawing/2014/main" id="{6B54C622-8EF1-4AE4-AB25-19D71A5C547C}"/>
              </a:ext>
            </a:extLst>
          </p:cNvPr>
          <p:cNvSpPr>
            <a:spLocks noGrp="1"/>
          </p:cNvSpPr>
          <p:nvPr>
            <p:ph type="sldNum" sz="quarter" idx="12"/>
          </p:nvPr>
        </p:nvSpPr>
        <p:spPr/>
        <p:txBody>
          <a:bodyPr/>
          <a:lstStyle/>
          <a:p>
            <a:fld id="{03DC2DEF-D2FE-4B45-ABA4-9F153FD1C98A}" type="slidenum">
              <a:rPr lang="en-US" smtClean="0"/>
              <a:t>‹#›</a:t>
            </a:fld>
            <a:endParaRPr lang="en-US" dirty="0"/>
          </a:p>
        </p:txBody>
      </p:sp>
      <p:sp>
        <p:nvSpPr>
          <p:cNvPr id="5" name="Text Placeholder 4">
            <a:extLst>
              <a:ext uri="{FF2B5EF4-FFF2-40B4-BE49-F238E27FC236}">
                <a16:creationId xmlns:a16="http://schemas.microsoft.com/office/drawing/2014/main" id="{BA2A6524-3EAC-4E27-BF8E-8F87E480F902}"/>
              </a:ext>
            </a:extLst>
          </p:cNvPr>
          <p:cNvSpPr>
            <a:spLocks noGrp="1"/>
          </p:cNvSpPr>
          <p:nvPr>
            <p:ph type="body" sz="quarter" idx="3"/>
          </p:nvPr>
        </p:nvSpPr>
        <p:spPr>
          <a:xfrm>
            <a:off x="6610169" y="3956706"/>
            <a:ext cx="5109021" cy="518457"/>
          </a:xfrm>
        </p:spPr>
        <p:txBody>
          <a:bodyPr anchor="ctr">
            <a:normAutofit/>
          </a:bodyPr>
          <a:lstStyle>
            <a:lvl1pPr marL="0" indent="0">
              <a:buNone/>
              <a:defRPr sz="2000" b="1">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1FB94EC-1786-4ACB-B9A8-28216C7AB699}"/>
              </a:ext>
            </a:extLst>
          </p:cNvPr>
          <p:cNvSpPr>
            <a:spLocks noGrp="1"/>
          </p:cNvSpPr>
          <p:nvPr>
            <p:ph sz="quarter" idx="4"/>
          </p:nvPr>
        </p:nvSpPr>
        <p:spPr>
          <a:xfrm>
            <a:off x="6610169" y="4569583"/>
            <a:ext cx="5109021" cy="1412117"/>
          </a:xfrm>
        </p:spPr>
        <p:txBody>
          <a:bodyPr>
            <a:normAutofit/>
          </a:bodyPr>
          <a:lstStyle>
            <a:lvl1pPr>
              <a:defRPr sz="1600">
                <a:solidFill>
                  <a:schemeClr val="bg1"/>
                </a:solidFill>
              </a:defRPr>
            </a:lvl1pPr>
            <a:lvl2pPr>
              <a:defRPr sz="1400">
                <a:solidFill>
                  <a:schemeClr val="bg1"/>
                </a:solidFill>
              </a:defRPr>
            </a:lvl2pPr>
            <a:lvl3pPr>
              <a:defRPr sz="1200">
                <a:solidFill>
                  <a:schemeClr val="bg1"/>
                </a:solidFill>
              </a:defRPr>
            </a:lvl3pPr>
            <a:lvl4pPr>
              <a:defRPr sz="1100">
                <a:solidFill>
                  <a:schemeClr val="bg1"/>
                </a:solidFill>
              </a:defRPr>
            </a:lvl4pPr>
            <a:lvl5pPr>
              <a:defRPr sz="11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2">
            <a:extLst>
              <a:ext uri="{FF2B5EF4-FFF2-40B4-BE49-F238E27FC236}">
                <a16:creationId xmlns:a16="http://schemas.microsoft.com/office/drawing/2014/main" id="{9DA658D4-2F70-44A3-A7C3-BF6A1D7BE2A9}"/>
              </a:ext>
            </a:extLst>
          </p:cNvPr>
          <p:cNvSpPr>
            <a:spLocks noGrp="1"/>
          </p:cNvSpPr>
          <p:nvPr>
            <p:ph type="body" idx="1"/>
          </p:nvPr>
        </p:nvSpPr>
        <p:spPr>
          <a:xfrm>
            <a:off x="539836" y="1462743"/>
            <a:ext cx="5108400" cy="518457"/>
          </a:xfrm>
        </p:spPr>
        <p:txBody>
          <a:bodyPr anchor="ctr"/>
          <a:lstStyle>
            <a:lvl1pPr marL="0" indent="0">
              <a:buNone/>
              <a:defRPr sz="2000" b="1">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DF57B0C-62A3-4053-936D-9841C7D76D8B}"/>
              </a:ext>
            </a:extLst>
          </p:cNvPr>
          <p:cNvSpPr>
            <a:spLocks noGrp="1"/>
          </p:cNvSpPr>
          <p:nvPr>
            <p:ph sz="half" idx="2"/>
          </p:nvPr>
        </p:nvSpPr>
        <p:spPr>
          <a:xfrm>
            <a:off x="539836" y="2075621"/>
            <a:ext cx="5108400" cy="1391480"/>
          </a:xfrm>
        </p:spPr>
        <p:txBody>
          <a:bodyPr>
            <a:normAutofit/>
          </a:bodyPr>
          <a:lstStyle>
            <a:lvl1pPr>
              <a:defRPr sz="1600">
                <a:solidFill>
                  <a:schemeClr val="bg1"/>
                </a:solidFill>
              </a:defRPr>
            </a:lvl1pPr>
            <a:lvl2pPr>
              <a:defRPr sz="1400">
                <a:solidFill>
                  <a:schemeClr val="bg1"/>
                </a:solidFill>
              </a:defRPr>
            </a:lvl2pPr>
            <a:lvl3pPr>
              <a:defRPr sz="1200">
                <a:solidFill>
                  <a:schemeClr val="bg1"/>
                </a:solidFill>
              </a:defRPr>
            </a:lvl3pPr>
            <a:lvl4pPr>
              <a:defRPr sz="1100">
                <a:solidFill>
                  <a:schemeClr val="bg1"/>
                </a:solidFill>
              </a:defRPr>
            </a:lvl4pPr>
            <a:lvl5pPr>
              <a:defRPr sz="11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Picture Placeholder 6">
            <a:extLst>
              <a:ext uri="{FF2B5EF4-FFF2-40B4-BE49-F238E27FC236}">
                <a16:creationId xmlns:a16="http://schemas.microsoft.com/office/drawing/2014/main" id="{9DFBCB44-5019-402B-BEC3-12F7F5526F0E}"/>
              </a:ext>
            </a:extLst>
          </p:cNvPr>
          <p:cNvSpPr>
            <a:spLocks noGrp="1"/>
          </p:cNvSpPr>
          <p:nvPr>
            <p:ph type="pic" sz="quarter" idx="13"/>
          </p:nvPr>
        </p:nvSpPr>
        <p:spPr>
          <a:xfrm>
            <a:off x="5880101" y="1271588"/>
            <a:ext cx="6012000" cy="2400955"/>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18" name="Picture Placeholder 6">
            <a:extLst>
              <a:ext uri="{FF2B5EF4-FFF2-40B4-BE49-F238E27FC236}">
                <a16:creationId xmlns:a16="http://schemas.microsoft.com/office/drawing/2014/main" id="{8CD826C9-080C-4638-B261-376BD8B31622}"/>
              </a:ext>
            </a:extLst>
          </p:cNvPr>
          <p:cNvSpPr>
            <a:spLocks noGrp="1"/>
          </p:cNvSpPr>
          <p:nvPr>
            <p:ph type="pic" sz="quarter" idx="14"/>
          </p:nvPr>
        </p:nvSpPr>
        <p:spPr>
          <a:xfrm>
            <a:off x="371475" y="3758268"/>
            <a:ext cx="6011800" cy="2400955"/>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Tree>
    <p:extLst>
      <p:ext uri="{BB962C8B-B14F-4D97-AF65-F5344CB8AC3E}">
        <p14:creationId xmlns:p14="http://schemas.microsoft.com/office/powerpoint/2010/main" val="356549031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B3C88-F13B-4B5F-920D-B4EFFAA592E5}"/>
              </a:ext>
            </a:extLst>
          </p:cNvPr>
          <p:cNvSpPr>
            <a:spLocks noGrp="1"/>
          </p:cNvSpPr>
          <p:nvPr>
            <p:ph type="title"/>
          </p:nvPr>
        </p:nvSpPr>
        <p:spPr/>
        <p:txBody>
          <a:bodyPr/>
          <a:lstStyle/>
          <a:p>
            <a:r>
              <a:rPr lang="en-US"/>
              <a:t>Click to edit Master title style</a:t>
            </a:r>
          </a:p>
        </p:txBody>
      </p:sp>
      <p:sp>
        <p:nvSpPr>
          <p:cNvPr id="5" name="Slide Number Placeholder 4">
            <a:extLst>
              <a:ext uri="{FF2B5EF4-FFF2-40B4-BE49-F238E27FC236}">
                <a16:creationId xmlns:a16="http://schemas.microsoft.com/office/drawing/2014/main" id="{6E5460C4-49C1-4270-BC58-5EEBC77615CD}"/>
              </a:ext>
            </a:extLst>
          </p:cNvPr>
          <p:cNvSpPr>
            <a:spLocks noGrp="1"/>
          </p:cNvSpPr>
          <p:nvPr>
            <p:ph type="sldNum" sz="quarter" idx="12"/>
          </p:nvPr>
        </p:nvSpPr>
        <p:spPr/>
        <p:txBody>
          <a:bodyPr/>
          <a:lstStyle/>
          <a:p>
            <a:fld id="{03DC2DEF-D2FE-4B45-ABA4-9F153FD1C98A}" type="slidenum">
              <a:rPr lang="en-US" smtClean="0"/>
              <a:t>‹#›</a:t>
            </a:fld>
            <a:endParaRPr lang="en-US" dirty="0"/>
          </a:p>
        </p:txBody>
      </p:sp>
      <p:sp>
        <p:nvSpPr>
          <p:cNvPr id="4" name="Picture Placeholder 6">
            <a:extLst>
              <a:ext uri="{FF2B5EF4-FFF2-40B4-BE49-F238E27FC236}">
                <a16:creationId xmlns:a16="http://schemas.microsoft.com/office/drawing/2014/main" id="{7E138685-E3C5-48A4-8460-3BEDDDEDA6AD}"/>
              </a:ext>
            </a:extLst>
          </p:cNvPr>
          <p:cNvSpPr>
            <a:spLocks noGrp="1"/>
          </p:cNvSpPr>
          <p:nvPr>
            <p:ph type="pic" sz="quarter" idx="13"/>
          </p:nvPr>
        </p:nvSpPr>
        <p:spPr>
          <a:xfrm>
            <a:off x="371475" y="1233488"/>
            <a:ext cx="5572125" cy="3973512"/>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6" name="Picture Placeholder 6">
            <a:extLst>
              <a:ext uri="{FF2B5EF4-FFF2-40B4-BE49-F238E27FC236}">
                <a16:creationId xmlns:a16="http://schemas.microsoft.com/office/drawing/2014/main" id="{B6811C8C-D1DA-4EE5-888B-A30D6285BA5D}"/>
              </a:ext>
            </a:extLst>
          </p:cNvPr>
          <p:cNvSpPr>
            <a:spLocks noGrp="1"/>
          </p:cNvSpPr>
          <p:nvPr>
            <p:ph type="pic" sz="quarter" idx="14"/>
          </p:nvPr>
        </p:nvSpPr>
        <p:spPr>
          <a:xfrm>
            <a:off x="6319837" y="2227263"/>
            <a:ext cx="5572125" cy="3973512"/>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7" name="Rectangle 6">
            <a:extLst>
              <a:ext uri="{FF2B5EF4-FFF2-40B4-BE49-F238E27FC236}">
                <a16:creationId xmlns:a16="http://schemas.microsoft.com/office/drawing/2014/main" id="{85661614-E5E5-43DF-A12A-7BE84E58EE3B}"/>
              </a:ext>
            </a:extLst>
          </p:cNvPr>
          <p:cNvSpPr/>
          <p:nvPr userDrawn="1"/>
        </p:nvSpPr>
        <p:spPr>
          <a:xfrm>
            <a:off x="371475" y="5271760"/>
            <a:ext cx="5572125" cy="92901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9161B260-71A2-402A-A38D-FE2C484B7F99}"/>
              </a:ext>
            </a:extLst>
          </p:cNvPr>
          <p:cNvSpPr/>
          <p:nvPr userDrawn="1"/>
        </p:nvSpPr>
        <p:spPr>
          <a:xfrm>
            <a:off x="6319836" y="1233488"/>
            <a:ext cx="5572125" cy="92901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8">
            <a:extLst>
              <a:ext uri="{FF2B5EF4-FFF2-40B4-BE49-F238E27FC236}">
                <a16:creationId xmlns:a16="http://schemas.microsoft.com/office/drawing/2014/main" id="{B15B70BB-4776-4914-92C9-092579FD6EBE}"/>
              </a:ext>
            </a:extLst>
          </p:cNvPr>
          <p:cNvSpPr>
            <a:spLocks noGrp="1"/>
          </p:cNvSpPr>
          <p:nvPr>
            <p:ph type="body" sz="quarter" idx="15" hasCustomPrompt="1"/>
          </p:nvPr>
        </p:nvSpPr>
        <p:spPr>
          <a:xfrm>
            <a:off x="534987" y="5380667"/>
            <a:ext cx="5245100" cy="711200"/>
          </a:xfrm>
        </p:spPr>
        <p:txBody>
          <a:bodyPr anchor="ctr">
            <a:noAutofit/>
          </a:bodyPr>
          <a:lstStyle>
            <a:lvl1pPr marL="0" indent="0" algn="ctr">
              <a:buNone/>
              <a:defRPr sz="2400" b="1">
                <a:solidFill>
                  <a:schemeClr val="bg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stStyle>
          <a:p>
            <a:pPr lvl="0"/>
            <a:r>
              <a:rPr lang="en-US" dirty="0"/>
              <a:t>Add your text here</a:t>
            </a:r>
          </a:p>
        </p:txBody>
      </p:sp>
      <p:sp>
        <p:nvSpPr>
          <p:cNvPr id="10" name="Text Placeholder 8">
            <a:extLst>
              <a:ext uri="{FF2B5EF4-FFF2-40B4-BE49-F238E27FC236}">
                <a16:creationId xmlns:a16="http://schemas.microsoft.com/office/drawing/2014/main" id="{58899736-796A-4B23-9534-D8784DD9A238}"/>
              </a:ext>
            </a:extLst>
          </p:cNvPr>
          <p:cNvSpPr>
            <a:spLocks noGrp="1"/>
          </p:cNvSpPr>
          <p:nvPr>
            <p:ph type="body" sz="quarter" idx="16" hasCustomPrompt="1"/>
          </p:nvPr>
        </p:nvSpPr>
        <p:spPr>
          <a:xfrm>
            <a:off x="6483348" y="1342395"/>
            <a:ext cx="5245100" cy="711200"/>
          </a:xfrm>
        </p:spPr>
        <p:txBody>
          <a:bodyPr anchor="ctr">
            <a:noAutofit/>
          </a:bodyPr>
          <a:lstStyle>
            <a:lvl1pPr marL="0" indent="0" algn="ctr">
              <a:buNone/>
              <a:defRPr sz="2400" b="1">
                <a:solidFill>
                  <a:schemeClr val="bg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stStyle>
          <a:p>
            <a:pPr lvl="0"/>
            <a:r>
              <a:rPr lang="en-US" dirty="0"/>
              <a:t>Add your text here</a:t>
            </a:r>
          </a:p>
        </p:txBody>
      </p:sp>
    </p:spTree>
    <p:extLst>
      <p:ext uri="{BB962C8B-B14F-4D97-AF65-F5344CB8AC3E}">
        <p14:creationId xmlns:p14="http://schemas.microsoft.com/office/powerpoint/2010/main" val="287864174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565E0AE-C9AC-4E26-B4A4-DDEE620D8979}"/>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8">
            <a:extLst>
              <a:ext uri="{FF2B5EF4-FFF2-40B4-BE49-F238E27FC236}">
                <a16:creationId xmlns:a16="http://schemas.microsoft.com/office/drawing/2014/main" id="{B15B70BB-4776-4914-92C9-092579FD6EBE}"/>
              </a:ext>
            </a:extLst>
          </p:cNvPr>
          <p:cNvSpPr>
            <a:spLocks noGrp="1"/>
          </p:cNvSpPr>
          <p:nvPr>
            <p:ph type="body" sz="quarter" idx="15" hasCustomPrompt="1"/>
          </p:nvPr>
        </p:nvSpPr>
        <p:spPr>
          <a:xfrm>
            <a:off x="647699" y="4517395"/>
            <a:ext cx="5372096" cy="711200"/>
          </a:xfrm>
        </p:spPr>
        <p:txBody>
          <a:bodyPr anchor="ctr">
            <a:noAutofit/>
          </a:bodyPr>
          <a:lstStyle>
            <a:lvl1pPr marL="0" indent="0" algn="ctr">
              <a:buNone/>
              <a:defRPr sz="2400" b="1">
                <a:solidFill>
                  <a:schemeClr val="tx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stStyle>
          <a:p>
            <a:pPr lvl="0"/>
            <a:r>
              <a:rPr lang="en-US" dirty="0"/>
              <a:t>Add your text here</a:t>
            </a:r>
          </a:p>
        </p:txBody>
      </p:sp>
      <p:sp>
        <p:nvSpPr>
          <p:cNvPr id="10" name="Text Placeholder 8">
            <a:extLst>
              <a:ext uri="{FF2B5EF4-FFF2-40B4-BE49-F238E27FC236}">
                <a16:creationId xmlns:a16="http://schemas.microsoft.com/office/drawing/2014/main" id="{58899736-796A-4B23-9534-D8784DD9A238}"/>
              </a:ext>
            </a:extLst>
          </p:cNvPr>
          <p:cNvSpPr>
            <a:spLocks noGrp="1"/>
          </p:cNvSpPr>
          <p:nvPr>
            <p:ph type="body" sz="quarter" idx="16" hasCustomPrompt="1"/>
          </p:nvPr>
        </p:nvSpPr>
        <p:spPr>
          <a:xfrm>
            <a:off x="6254749" y="1642105"/>
            <a:ext cx="5372096" cy="711200"/>
          </a:xfrm>
        </p:spPr>
        <p:txBody>
          <a:bodyPr anchor="ctr">
            <a:noAutofit/>
          </a:bodyPr>
          <a:lstStyle>
            <a:lvl1pPr marL="0" indent="0" algn="ctr">
              <a:buNone/>
              <a:defRPr sz="2400" b="1">
                <a:solidFill>
                  <a:schemeClr val="tx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stStyle>
          <a:p>
            <a:pPr lvl="0"/>
            <a:r>
              <a:rPr lang="en-US" dirty="0"/>
              <a:t>Add your text here</a:t>
            </a:r>
          </a:p>
        </p:txBody>
      </p:sp>
      <p:sp>
        <p:nvSpPr>
          <p:cNvPr id="12" name="Rectangle 11">
            <a:extLst>
              <a:ext uri="{FF2B5EF4-FFF2-40B4-BE49-F238E27FC236}">
                <a16:creationId xmlns:a16="http://schemas.microsoft.com/office/drawing/2014/main" id="{6F023CF6-0A85-4867-A5CF-F75DDBC4C20A}"/>
              </a:ext>
            </a:extLst>
          </p:cNvPr>
          <p:cNvSpPr/>
          <p:nvPr userDrawn="1"/>
        </p:nvSpPr>
        <p:spPr>
          <a:xfrm>
            <a:off x="0" y="0"/>
            <a:ext cx="1854199" cy="17526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AF9F3577-4130-4F32-9302-DA8838D30560}"/>
              </a:ext>
            </a:extLst>
          </p:cNvPr>
          <p:cNvSpPr/>
          <p:nvPr userDrawn="1"/>
        </p:nvSpPr>
        <p:spPr>
          <a:xfrm>
            <a:off x="10337800" y="5122548"/>
            <a:ext cx="1854199" cy="17526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Picture Placeholder 6">
            <a:extLst>
              <a:ext uri="{FF2B5EF4-FFF2-40B4-BE49-F238E27FC236}">
                <a16:creationId xmlns:a16="http://schemas.microsoft.com/office/drawing/2014/main" id="{7E138685-E3C5-48A4-8460-3BEDDDEDA6AD}"/>
              </a:ext>
            </a:extLst>
          </p:cNvPr>
          <p:cNvSpPr>
            <a:spLocks noGrp="1"/>
          </p:cNvSpPr>
          <p:nvPr>
            <p:ph type="pic" sz="quarter" idx="13"/>
          </p:nvPr>
        </p:nvSpPr>
        <p:spPr>
          <a:xfrm>
            <a:off x="647699" y="571500"/>
            <a:ext cx="5372097" cy="3839847"/>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6" name="Picture Placeholder 6">
            <a:extLst>
              <a:ext uri="{FF2B5EF4-FFF2-40B4-BE49-F238E27FC236}">
                <a16:creationId xmlns:a16="http://schemas.microsoft.com/office/drawing/2014/main" id="{B6811C8C-D1DA-4EE5-888B-A30D6285BA5D}"/>
              </a:ext>
            </a:extLst>
          </p:cNvPr>
          <p:cNvSpPr>
            <a:spLocks noGrp="1"/>
          </p:cNvSpPr>
          <p:nvPr>
            <p:ph type="pic" sz="quarter" idx="14"/>
          </p:nvPr>
        </p:nvSpPr>
        <p:spPr>
          <a:xfrm>
            <a:off x="6254748" y="2429505"/>
            <a:ext cx="5372097" cy="3856995"/>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Tree>
    <p:extLst>
      <p:ext uri="{BB962C8B-B14F-4D97-AF65-F5344CB8AC3E}">
        <p14:creationId xmlns:p14="http://schemas.microsoft.com/office/powerpoint/2010/main" val="268186982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565E0AE-C9AC-4E26-B4A4-DDEE620D8979}"/>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Rectangle 11">
            <a:extLst>
              <a:ext uri="{FF2B5EF4-FFF2-40B4-BE49-F238E27FC236}">
                <a16:creationId xmlns:a16="http://schemas.microsoft.com/office/drawing/2014/main" id="{6F023CF6-0A85-4867-A5CF-F75DDBC4C20A}"/>
              </a:ext>
            </a:extLst>
          </p:cNvPr>
          <p:cNvSpPr/>
          <p:nvPr userDrawn="1"/>
        </p:nvSpPr>
        <p:spPr>
          <a:xfrm>
            <a:off x="0" y="1932303"/>
            <a:ext cx="12192000" cy="291719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Picture Placeholder 6">
            <a:extLst>
              <a:ext uri="{FF2B5EF4-FFF2-40B4-BE49-F238E27FC236}">
                <a16:creationId xmlns:a16="http://schemas.microsoft.com/office/drawing/2014/main" id="{7E138685-E3C5-48A4-8460-3BEDDDEDA6AD}"/>
              </a:ext>
            </a:extLst>
          </p:cNvPr>
          <p:cNvSpPr>
            <a:spLocks noGrp="1"/>
          </p:cNvSpPr>
          <p:nvPr>
            <p:ph type="pic" sz="quarter" idx="13"/>
          </p:nvPr>
        </p:nvSpPr>
        <p:spPr>
          <a:xfrm>
            <a:off x="647699" y="1470977"/>
            <a:ext cx="5372097" cy="3839847"/>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noProof="0"/>
              <a:t>Click icon to add picture</a:t>
            </a:r>
            <a:endParaRPr lang="en-US" noProof="0" dirty="0"/>
          </a:p>
        </p:txBody>
      </p:sp>
      <p:sp>
        <p:nvSpPr>
          <p:cNvPr id="6" name="Picture Placeholder 6">
            <a:extLst>
              <a:ext uri="{FF2B5EF4-FFF2-40B4-BE49-F238E27FC236}">
                <a16:creationId xmlns:a16="http://schemas.microsoft.com/office/drawing/2014/main" id="{B6811C8C-D1DA-4EE5-888B-A30D6285BA5D}"/>
              </a:ext>
            </a:extLst>
          </p:cNvPr>
          <p:cNvSpPr>
            <a:spLocks noGrp="1"/>
          </p:cNvSpPr>
          <p:nvPr>
            <p:ph type="pic" sz="quarter" idx="14"/>
          </p:nvPr>
        </p:nvSpPr>
        <p:spPr>
          <a:xfrm>
            <a:off x="6254748" y="1462403"/>
            <a:ext cx="5372097" cy="3856995"/>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noProof="0"/>
              <a:t>Click icon to add picture</a:t>
            </a:r>
            <a:endParaRPr lang="en-US" noProof="0" dirty="0"/>
          </a:p>
        </p:txBody>
      </p:sp>
      <p:sp>
        <p:nvSpPr>
          <p:cNvPr id="9" name="Text Placeholder 8">
            <a:extLst>
              <a:ext uri="{FF2B5EF4-FFF2-40B4-BE49-F238E27FC236}">
                <a16:creationId xmlns:a16="http://schemas.microsoft.com/office/drawing/2014/main" id="{B15B70BB-4776-4914-92C9-092579FD6EBE}"/>
              </a:ext>
            </a:extLst>
          </p:cNvPr>
          <p:cNvSpPr>
            <a:spLocks noGrp="1"/>
          </p:cNvSpPr>
          <p:nvPr>
            <p:ph type="body" sz="quarter" idx="15" hasCustomPrompt="1"/>
          </p:nvPr>
        </p:nvSpPr>
        <p:spPr>
          <a:xfrm>
            <a:off x="647699" y="5451475"/>
            <a:ext cx="5372096" cy="711200"/>
          </a:xfrm>
        </p:spPr>
        <p:txBody>
          <a:bodyPr anchor="ctr">
            <a:noAutofit/>
          </a:bodyPr>
          <a:lstStyle>
            <a:lvl1pPr marL="0" indent="0" algn="ctr">
              <a:buNone/>
              <a:defRPr sz="2400" b="1">
                <a:solidFill>
                  <a:schemeClr val="tx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stStyle>
          <a:p>
            <a:pPr lvl="0"/>
            <a:r>
              <a:rPr lang="en-US" noProof="0"/>
              <a:t>Add your text here</a:t>
            </a:r>
          </a:p>
        </p:txBody>
      </p:sp>
      <p:sp>
        <p:nvSpPr>
          <p:cNvPr id="10" name="Text Placeholder 8">
            <a:extLst>
              <a:ext uri="{FF2B5EF4-FFF2-40B4-BE49-F238E27FC236}">
                <a16:creationId xmlns:a16="http://schemas.microsoft.com/office/drawing/2014/main" id="{58899736-796A-4B23-9534-D8784DD9A238}"/>
              </a:ext>
            </a:extLst>
          </p:cNvPr>
          <p:cNvSpPr>
            <a:spLocks noGrp="1"/>
          </p:cNvSpPr>
          <p:nvPr>
            <p:ph type="body" sz="quarter" idx="16" hasCustomPrompt="1"/>
          </p:nvPr>
        </p:nvSpPr>
        <p:spPr>
          <a:xfrm>
            <a:off x="6254748" y="591502"/>
            <a:ext cx="5372096" cy="711200"/>
          </a:xfrm>
        </p:spPr>
        <p:txBody>
          <a:bodyPr anchor="ctr">
            <a:noAutofit/>
          </a:bodyPr>
          <a:lstStyle>
            <a:lvl1pPr marL="0" indent="0" algn="ctr">
              <a:buNone/>
              <a:defRPr sz="2400" b="1">
                <a:solidFill>
                  <a:schemeClr val="tx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stStyle>
          <a:p>
            <a:pPr lvl="0"/>
            <a:r>
              <a:rPr lang="en-US" noProof="0"/>
              <a:t>Add your text here</a:t>
            </a:r>
          </a:p>
        </p:txBody>
      </p:sp>
      <p:grpSp>
        <p:nvGrpSpPr>
          <p:cNvPr id="14" name="Group 13">
            <a:extLst>
              <a:ext uri="{FF2B5EF4-FFF2-40B4-BE49-F238E27FC236}">
                <a16:creationId xmlns:a16="http://schemas.microsoft.com/office/drawing/2014/main" id="{AF4B4D45-80E3-42F8-B437-4182608210C3}"/>
              </a:ext>
            </a:extLst>
          </p:cNvPr>
          <p:cNvGrpSpPr/>
          <p:nvPr userDrawn="1"/>
        </p:nvGrpSpPr>
        <p:grpSpPr>
          <a:xfrm>
            <a:off x="5387974" y="422433"/>
            <a:ext cx="644525" cy="973138"/>
            <a:chOff x="371475" y="671713"/>
            <a:chExt cx="496540" cy="836738"/>
          </a:xfrm>
          <a:solidFill>
            <a:schemeClr val="accent6"/>
          </a:solidFill>
        </p:grpSpPr>
        <p:sp>
          <p:nvSpPr>
            <p:cNvPr id="15" name="Rectangle 14">
              <a:extLst>
                <a:ext uri="{FF2B5EF4-FFF2-40B4-BE49-F238E27FC236}">
                  <a16:creationId xmlns:a16="http://schemas.microsoft.com/office/drawing/2014/main" id="{D670E361-AF23-4722-9250-CCF26B3C5884}"/>
                </a:ext>
              </a:extLst>
            </p:cNvPr>
            <p:cNvSpPr/>
            <p:nvPr userDrawn="1"/>
          </p:nvSpPr>
          <p:spPr>
            <a:xfrm>
              <a:off x="371475" y="1011911"/>
              <a:ext cx="496540" cy="49654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Rectangle 15">
              <a:extLst>
                <a:ext uri="{FF2B5EF4-FFF2-40B4-BE49-F238E27FC236}">
                  <a16:creationId xmlns:a16="http://schemas.microsoft.com/office/drawing/2014/main" id="{BDE16CED-9FCD-4407-99EF-FFBE689DA9F1}"/>
                </a:ext>
              </a:extLst>
            </p:cNvPr>
            <p:cNvSpPr/>
            <p:nvPr userDrawn="1"/>
          </p:nvSpPr>
          <p:spPr>
            <a:xfrm>
              <a:off x="620587" y="671713"/>
              <a:ext cx="247428" cy="2474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7" name="Group 16">
            <a:extLst>
              <a:ext uri="{FF2B5EF4-FFF2-40B4-BE49-F238E27FC236}">
                <a16:creationId xmlns:a16="http://schemas.microsoft.com/office/drawing/2014/main" id="{FA147081-5AFB-463F-B27C-7A0C4CA0573B}"/>
              </a:ext>
            </a:extLst>
          </p:cNvPr>
          <p:cNvGrpSpPr/>
          <p:nvPr userDrawn="1"/>
        </p:nvGrpSpPr>
        <p:grpSpPr>
          <a:xfrm flipH="1">
            <a:off x="6248401" y="5451475"/>
            <a:ext cx="644525" cy="973138"/>
            <a:chOff x="371475" y="671713"/>
            <a:chExt cx="496540" cy="836738"/>
          </a:xfrm>
          <a:solidFill>
            <a:schemeClr val="accent6"/>
          </a:solidFill>
        </p:grpSpPr>
        <p:sp>
          <p:nvSpPr>
            <p:cNvPr id="18" name="Rectangle 17">
              <a:extLst>
                <a:ext uri="{FF2B5EF4-FFF2-40B4-BE49-F238E27FC236}">
                  <a16:creationId xmlns:a16="http://schemas.microsoft.com/office/drawing/2014/main" id="{AE24567E-B0AE-4E55-A5FB-3019A9598162}"/>
                </a:ext>
              </a:extLst>
            </p:cNvPr>
            <p:cNvSpPr/>
            <p:nvPr userDrawn="1"/>
          </p:nvSpPr>
          <p:spPr>
            <a:xfrm>
              <a:off x="371475" y="1011911"/>
              <a:ext cx="496540" cy="49654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ectangle 18">
              <a:extLst>
                <a:ext uri="{FF2B5EF4-FFF2-40B4-BE49-F238E27FC236}">
                  <a16:creationId xmlns:a16="http://schemas.microsoft.com/office/drawing/2014/main" id="{4918E6C0-B582-4943-9462-FE9740846585}"/>
                </a:ext>
              </a:extLst>
            </p:cNvPr>
            <p:cNvSpPr/>
            <p:nvPr userDrawn="1"/>
          </p:nvSpPr>
          <p:spPr>
            <a:xfrm>
              <a:off x="620587" y="671713"/>
              <a:ext cx="247428" cy="2474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Tree>
    <p:extLst>
      <p:ext uri="{BB962C8B-B14F-4D97-AF65-F5344CB8AC3E}">
        <p14:creationId xmlns:p14="http://schemas.microsoft.com/office/powerpoint/2010/main" val="49338826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565E0AE-C9AC-4E26-B4A4-DDEE620D8979}"/>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Picture Placeholder 6">
            <a:extLst>
              <a:ext uri="{FF2B5EF4-FFF2-40B4-BE49-F238E27FC236}">
                <a16:creationId xmlns:a16="http://schemas.microsoft.com/office/drawing/2014/main" id="{7E138685-E3C5-48A4-8460-3BEDDDEDA6AD}"/>
              </a:ext>
            </a:extLst>
          </p:cNvPr>
          <p:cNvSpPr>
            <a:spLocks noGrp="1"/>
          </p:cNvSpPr>
          <p:nvPr>
            <p:ph type="pic" sz="quarter" idx="13"/>
          </p:nvPr>
        </p:nvSpPr>
        <p:spPr>
          <a:xfrm>
            <a:off x="0" y="0"/>
            <a:ext cx="6019200" cy="6858000"/>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6" name="Picture Placeholder 6">
            <a:extLst>
              <a:ext uri="{FF2B5EF4-FFF2-40B4-BE49-F238E27FC236}">
                <a16:creationId xmlns:a16="http://schemas.microsoft.com/office/drawing/2014/main" id="{B6811C8C-D1DA-4EE5-888B-A30D6285BA5D}"/>
              </a:ext>
            </a:extLst>
          </p:cNvPr>
          <p:cNvSpPr>
            <a:spLocks noGrp="1"/>
          </p:cNvSpPr>
          <p:nvPr>
            <p:ph type="pic" sz="quarter" idx="14"/>
          </p:nvPr>
        </p:nvSpPr>
        <p:spPr>
          <a:xfrm>
            <a:off x="6172201" y="0"/>
            <a:ext cx="6019799" cy="6858000"/>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9" name="Text Placeholder 8">
            <a:extLst>
              <a:ext uri="{FF2B5EF4-FFF2-40B4-BE49-F238E27FC236}">
                <a16:creationId xmlns:a16="http://schemas.microsoft.com/office/drawing/2014/main" id="{B15B70BB-4776-4914-92C9-092579FD6EBE}"/>
              </a:ext>
            </a:extLst>
          </p:cNvPr>
          <p:cNvSpPr>
            <a:spLocks noGrp="1"/>
          </p:cNvSpPr>
          <p:nvPr>
            <p:ph type="body" sz="quarter" idx="15" hasCustomPrompt="1"/>
          </p:nvPr>
        </p:nvSpPr>
        <p:spPr>
          <a:xfrm>
            <a:off x="725351" y="5008563"/>
            <a:ext cx="4910400" cy="711200"/>
          </a:xfrm>
        </p:spPr>
        <p:txBody>
          <a:bodyPr anchor="ctr">
            <a:noAutofit/>
          </a:bodyPr>
          <a:lstStyle>
            <a:lvl1pPr marL="0" indent="0" algn="ctr">
              <a:buNone/>
              <a:defRPr sz="2400" b="1">
                <a:solidFill>
                  <a:schemeClr val="tx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stStyle>
          <a:p>
            <a:pPr lvl="0"/>
            <a:r>
              <a:rPr lang="en-US" dirty="0"/>
              <a:t>Add your text here</a:t>
            </a:r>
          </a:p>
        </p:txBody>
      </p:sp>
      <p:sp>
        <p:nvSpPr>
          <p:cNvPr id="10" name="Text Placeholder 8">
            <a:extLst>
              <a:ext uri="{FF2B5EF4-FFF2-40B4-BE49-F238E27FC236}">
                <a16:creationId xmlns:a16="http://schemas.microsoft.com/office/drawing/2014/main" id="{58899736-796A-4B23-9534-D8784DD9A238}"/>
              </a:ext>
            </a:extLst>
          </p:cNvPr>
          <p:cNvSpPr>
            <a:spLocks noGrp="1"/>
          </p:cNvSpPr>
          <p:nvPr>
            <p:ph type="body" sz="quarter" idx="16" hasCustomPrompt="1"/>
          </p:nvPr>
        </p:nvSpPr>
        <p:spPr>
          <a:xfrm>
            <a:off x="6635593" y="5008563"/>
            <a:ext cx="4908708" cy="711200"/>
          </a:xfrm>
        </p:spPr>
        <p:txBody>
          <a:bodyPr anchor="ctr">
            <a:noAutofit/>
          </a:bodyPr>
          <a:lstStyle>
            <a:lvl1pPr marL="0" indent="0" algn="ctr">
              <a:buNone/>
              <a:defRPr sz="2400" b="1">
                <a:solidFill>
                  <a:schemeClr val="tx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stStyle>
          <a:p>
            <a:pPr lvl="0"/>
            <a:r>
              <a:rPr lang="en-US" dirty="0"/>
              <a:t>Add your text here</a:t>
            </a:r>
          </a:p>
        </p:txBody>
      </p:sp>
    </p:spTree>
    <p:extLst>
      <p:ext uri="{BB962C8B-B14F-4D97-AF65-F5344CB8AC3E}">
        <p14:creationId xmlns:p14="http://schemas.microsoft.com/office/powerpoint/2010/main" val="330373224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565E0AE-C9AC-4E26-B4A4-DDEE620D8979}"/>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6F023CF6-0A85-4867-A5CF-F75DDBC4C20A}"/>
              </a:ext>
            </a:extLst>
          </p:cNvPr>
          <p:cNvSpPr/>
          <p:nvPr userDrawn="1"/>
        </p:nvSpPr>
        <p:spPr>
          <a:xfrm>
            <a:off x="0" y="0"/>
            <a:ext cx="5372096" cy="685799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Picture Placeholder 6">
            <a:extLst>
              <a:ext uri="{FF2B5EF4-FFF2-40B4-BE49-F238E27FC236}">
                <a16:creationId xmlns:a16="http://schemas.microsoft.com/office/drawing/2014/main" id="{7E138685-E3C5-48A4-8460-3BEDDDEDA6AD}"/>
              </a:ext>
            </a:extLst>
          </p:cNvPr>
          <p:cNvSpPr>
            <a:spLocks noGrp="1"/>
          </p:cNvSpPr>
          <p:nvPr>
            <p:ph type="pic" sz="quarter" idx="13"/>
          </p:nvPr>
        </p:nvSpPr>
        <p:spPr>
          <a:xfrm>
            <a:off x="371475" y="260350"/>
            <a:ext cx="5618153" cy="6300787"/>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20" name="Rectangle 19">
            <a:extLst>
              <a:ext uri="{FF2B5EF4-FFF2-40B4-BE49-F238E27FC236}">
                <a16:creationId xmlns:a16="http://schemas.microsoft.com/office/drawing/2014/main" id="{97E2F46B-C34E-40D3-9D43-BBA43EDFC924}"/>
              </a:ext>
            </a:extLst>
          </p:cNvPr>
          <p:cNvSpPr/>
          <p:nvPr userDrawn="1"/>
        </p:nvSpPr>
        <p:spPr>
          <a:xfrm>
            <a:off x="6819906" y="-18257"/>
            <a:ext cx="5372096" cy="685799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Picture Placeholder 6">
            <a:extLst>
              <a:ext uri="{FF2B5EF4-FFF2-40B4-BE49-F238E27FC236}">
                <a16:creationId xmlns:a16="http://schemas.microsoft.com/office/drawing/2014/main" id="{B6811C8C-D1DA-4EE5-888B-A30D6285BA5D}"/>
              </a:ext>
            </a:extLst>
          </p:cNvPr>
          <p:cNvSpPr>
            <a:spLocks noGrp="1"/>
          </p:cNvSpPr>
          <p:nvPr>
            <p:ph type="pic" sz="quarter" idx="14"/>
          </p:nvPr>
        </p:nvSpPr>
        <p:spPr>
          <a:xfrm>
            <a:off x="6280147" y="260350"/>
            <a:ext cx="5619600" cy="6300787"/>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9" name="Text Placeholder 8">
            <a:extLst>
              <a:ext uri="{FF2B5EF4-FFF2-40B4-BE49-F238E27FC236}">
                <a16:creationId xmlns:a16="http://schemas.microsoft.com/office/drawing/2014/main" id="{B15B70BB-4776-4914-92C9-092579FD6EBE}"/>
              </a:ext>
            </a:extLst>
          </p:cNvPr>
          <p:cNvSpPr>
            <a:spLocks noGrp="1"/>
          </p:cNvSpPr>
          <p:nvPr>
            <p:ph type="body" sz="quarter" idx="15" hasCustomPrompt="1"/>
          </p:nvPr>
        </p:nvSpPr>
        <p:spPr>
          <a:xfrm>
            <a:off x="725351" y="5008563"/>
            <a:ext cx="4910400" cy="711200"/>
          </a:xfrm>
        </p:spPr>
        <p:txBody>
          <a:bodyPr anchor="ctr">
            <a:noAutofit/>
          </a:bodyPr>
          <a:lstStyle>
            <a:lvl1pPr marL="0" indent="0" algn="ctr">
              <a:buNone/>
              <a:defRPr sz="2400" b="1">
                <a:solidFill>
                  <a:schemeClr val="tx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stStyle>
          <a:p>
            <a:pPr lvl="0"/>
            <a:r>
              <a:rPr lang="en-US" dirty="0"/>
              <a:t>Add your text here</a:t>
            </a:r>
          </a:p>
        </p:txBody>
      </p:sp>
      <p:sp>
        <p:nvSpPr>
          <p:cNvPr id="10" name="Text Placeholder 8">
            <a:extLst>
              <a:ext uri="{FF2B5EF4-FFF2-40B4-BE49-F238E27FC236}">
                <a16:creationId xmlns:a16="http://schemas.microsoft.com/office/drawing/2014/main" id="{58899736-796A-4B23-9534-D8784DD9A238}"/>
              </a:ext>
            </a:extLst>
          </p:cNvPr>
          <p:cNvSpPr>
            <a:spLocks noGrp="1"/>
          </p:cNvSpPr>
          <p:nvPr>
            <p:ph type="body" sz="quarter" idx="16" hasCustomPrompt="1"/>
          </p:nvPr>
        </p:nvSpPr>
        <p:spPr>
          <a:xfrm>
            <a:off x="6635593" y="5008563"/>
            <a:ext cx="4908708" cy="711200"/>
          </a:xfrm>
        </p:spPr>
        <p:txBody>
          <a:bodyPr anchor="ctr">
            <a:noAutofit/>
          </a:bodyPr>
          <a:lstStyle>
            <a:lvl1pPr marL="0" indent="0" algn="ctr">
              <a:buNone/>
              <a:defRPr sz="2400" b="1">
                <a:solidFill>
                  <a:schemeClr val="tx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stStyle>
          <a:p>
            <a:pPr lvl="0"/>
            <a:r>
              <a:rPr lang="en-US" dirty="0"/>
              <a:t>Add your text here</a:t>
            </a:r>
          </a:p>
        </p:txBody>
      </p:sp>
    </p:spTree>
    <p:extLst>
      <p:ext uri="{BB962C8B-B14F-4D97-AF65-F5344CB8AC3E}">
        <p14:creationId xmlns:p14="http://schemas.microsoft.com/office/powerpoint/2010/main" val="363371013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5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B3C88-F13B-4B5F-920D-B4EFFAA592E5}"/>
              </a:ext>
            </a:extLst>
          </p:cNvPr>
          <p:cNvSpPr>
            <a:spLocks noGrp="1"/>
          </p:cNvSpPr>
          <p:nvPr>
            <p:ph type="title"/>
          </p:nvPr>
        </p:nvSpPr>
        <p:spPr/>
        <p:txBody>
          <a:bodyPr/>
          <a:lstStyle/>
          <a:p>
            <a:r>
              <a:rPr lang="en-US"/>
              <a:t>Click to edit Master title style</a:t>
            </a:r>
          </a:p>
        </p:txBody>
      </p:sp>
      <p:sp>
        <p:nvSpPr>
          <p:cNvPr id="5" name="Slide Number Placeholder 4">
            <a:extLst>
              <a:ext uri="{FF2B5EF4-FFF2-40B4-BE49-F238E27FC236}">
                <a16:creationId xmlns:a16="http://schemas.microsoft.com/office/drawing/2014/main" id="{6E5460C4-49C1-4270-BC58-5EEBC77615CD}"/>
              </a:ext>
            </a:extLst>
          </p:cNvPr>
          <p:cNvSpPr>
            <a:spLocks noGrp="1"/>
          </p:cNvSpPr>
          <p:nvPr>
            <p:ph type="sldNum" sz="quarter" idx="12"/>
          </p:nvPr>
        </p:nvSpPr>
        <p:spPr/>
        <p:txBody>
          <a:bodyPr/>
          <a:lstStyle/>
          <a:p>
            <a:fld id="{03DC2DEF-D2FE-4B45-ABA4-9F153FD1C98A}" type="slidenum">
              <a:rPr lang="en-US" smtClean="0"/>
              <a:t>‹#›</a:t>
            </a:fld>
            <a:endParaRPr lang="en-US" dirty="0"/>
          </a:p>
        </p:txBody>
      </p:sp>
      <p:sp>
        <p:nvSpPr>
          <p:cNvPr id="24" name="Rectangle 23">
            <a:extLst>
              <a:ext uri="{FF2B5EF4-FFF2-40B4-BE49-F238E27FC236}">
                <a16:creationId xmlns:a16="http://schemas.microsoft.com/office/drawing/2014/main" id="{E2950CCA-59F9-4C47-A5BA-294E9EDCBABE}"/>
              </a:ext>
            </a:extLst>
          </p:cNvPr>
          <p:cNvSpPr/>
          <p:nvPr userDrawn="1"/>
        </p:nvSpPr>
        <p:spPr>
          <a:xfrm>
            <a:off x="371475" y="1233488"/>
            <a:ext cx="2776354" cy="49672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EB5BF167-B9E6-4F02-9FA8-3CA79D552F0E}"/>
              </a:ext>
            </a:extLst>
          </p:cNvPr>
          <p:cNvSpPr/>
          <p:nvPr userDrawn="1"/>
        </p:nvSpPr>
        <p:spPr>
          <a:xfrm>
            <a:off x="3286186" y="1233488"/>
            <a:ext cx="2776354" cy="496728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25">
            <a:extLst>
              <a:ext uri="{FF2B5EF4-FFF2-40B4-BE49-F238E27FC236}">
                <a16:creationId xmlns:a16="http://schemas.microsoft.com/office/drawing/2014/main" id="{B48694DE-D82B-49DB-8A45-D1DD4C9BCEF1}"/>
              </a:ext>
            </a:extLst>
          </p:cNvPr>
          <p:cNvSpPr/>
          <p:nvPr userDrawn="1"/>
        </p:nvSpPr>
        <p:spPr>
          <a:xfrm>
            <a:off x="6200897" y="1233488"/>
            <a:ext cx="2776354" cy="496728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407C1370-8D38-4641-8D37-30A1218A4372}"/>
              </a:ext>
            </a:extLst>
          </p:cNvPr>
          <p:cNvSpPr/>
          <p:nvPr userDrawn="1"/>
        </p:nvSpPr>
        <p:spPr>
          <a:xfrm>
            <a:off x="9115608" y="1246188"/>
            <a:ext cx="2776354" cy="496728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9" name="Straight Connector 28">
            <a:extLst>
              <a:ext uri="{FF2B5EF4-FFF2-40B4-BE49-F238E27FC236}">
                <a16:creationId xmlns:a16="http://schemas.microsoft.com/office/drawing/2014/main" id="{CE3EDDE5-9B23-44D7-8546-0B2365B42B16}"/>
              </a:ext>
            </a:extLst>
          </p:cNvPr>
          <p:cNvCxnSpPr/>
          <p:nvPr userDrawn="1"/>
        </p:nvCxnSpPr>
        <p:spPr>
          <a:xfrm>
            <a:off x="591252" y="3721100"/>
            <a:ext cx="23368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B9D259D5-D3C0-4B60-B2D9-9B6DFFD270D8}"/>
              </a:ext>
            </a:extLst>
          </p:cNvPr>
          <p:cNvCxnSpPr/>
          <p:nvPr userDrawn="1"/>
        </p:nvCxnSpPr>
        <p:spPr>
          <a:xfrm>
            <a:off x="3505963" y="3721100"/>
            <a:ext cx="23368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0710C392-9E34-4640-AC70-210A1B8C47B5}"/>
              </a:ext>
            </a:extLst>
          </p:cNvPr>
          <p:cNvCxnSpPr/>
          <p:nvPr userDrawn="1"/>
        </p:nvCxnSpPr>
        <p:spPr>
          <a:xfrm>
            <a:off x="6420674" y="3721100"/>
            <a:ext cx="23368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D7A92E0B-B060-48FA-A650-36894FF4B216}"/>
              </a:ext>
            </a:extLst>
          </p:cNvPr>
          <p:cNvCxnSpPr/>
          <p:nvPr userDrawn="1"/>
        </p:nvCxnSpPr>
        <p:spPr>
          <a:xfrm>
            <a:off x="9335385" y="3721100"/>
            <a:ext cx="23368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4" name="Picture Placeholder 33">
            <a:extLst>
              <a:ext uri="{FF2B5EF4-FFF2-40B4-BE49-F238E27FC236}">
                <a16:creationId xmlns:a16="http://schemas.microsoft.com/office/drawing/2014/main" id="{D9056F2B-EAFD-4A57-BB92-D14816C84DDE}"/>
              </a:ext>
            </a:extLst>
          </p:cNvPr>
          <p:cNvSpPr>
            <a:spLocks noGrp="1"/>
          </p:cNvSpPr>
          <p:nvPr>
            <p:ph type="pic" sz="quarter" idx="13"/>
          </p:nvPr>
        </p:nvSpPr>
        <p:spPr>
          <a:xfrm>
            <a:off x="876300" y="1739900"/>
            <a:ext cx="1689100" cy="1397000"/>
          </a:xfrm>
        </p:spPr>
        <p:txBody>
          <a:bodyPr/>
          <a:lstStyle>
            <a:lvl1pPr marL="0" indent="0" algn="ctr">
              <a:buNone/>
              <a:defRPr>
                <a:solidFill>
                  <a:schemeClr val="bg1"/>
                </a:solidFill>
              </a:defRPr>
            </a:lvl1pPr>
          </a:lstStyle>
          <a:p>
            <a:r>
              <a:rPr lang="en-US"/>
              <a:t>Click icon to add picture</a:t>
            </a:r>
            <a:endParaRPr lang="en-US" dirty="0"/>
          </a:p>
        </p:txBody>
      </p:sp>
      <p:sp>
        <p:nvSpPr>
          <p:cNvPr id="35" name="Picture Placeholder 33">
            <a:extLst>
              <a:ext uri="{FF2B5EF4-FFF2-40B4-BE49-F238E27FC236}">
                <a16:creationId xmlns:a16="http://schemas.microsoft.com/office/drawing/2014/main" id="{E65006DE-F797-4019-BB72-F484F9FE7E58}"/>
              </a:ext>
            </a:extLst>
          </p:cNvPr>
          <p:cNvSpPr>
            <a:spLocks noGrp="1"/>
          </p:cNvSpPr>
          <p:nvPr>
            <p:ph type="pic" sz="quarter" idx="14"/>
          </p:nvPr>
        </p:nvSpPr>
        <p:spPr>
          <a:xfrm>
            <a:off x="3829813" y="4263232"/>
            <a:ext cx="1689100" cy="1397000"/>
          </a:xfrm>
        </p:spPr>
        <p:txBody>
          <a:bodyPr/>
          <a:lstStyle>
            <a:lvl1pPr marL="0" indent="0" algn="ctr">
              <a:buNone/>
              <a:defRPr>
                <a:solidFill>
                  <a:schemeClr val="bg1"/>
                </a:solidFill>
              </a:defRPr>
            </a:lvl1pPr>
          </a:lstStyle>
          <a:p>
            <a:r>
              <a:rPr lang="en-US"/>
              <a:t>Click icon to add picture</a:t>
            </a:r>
            <a:endParaRPr lang="en-US" dirty="0"/>
          </a:p>
        </p:txBody>
      </p:sp>
      <p:sp>
        <p:nvSpPr>
          <p:cNvPr id="36" name="Picture Placeholder 33">
            <a:extLst>
              <a:ext uri="{FF2B5EF4-FFF2-40B4-BE49-F238E27FC236}">
                <a16:creationId xmlns:a16="http://schemas.microsoft.com/office/drawing/2014/main" id="{0947D252-5545-4406-8764-B7712464DA56}"/>
              </a:ext>
            </a:extLst>
          </p:cNvPr>
          <p:cNvSpPr>
            <a:spLocks noGrp="1"/>
          </p:cNvSpPr>
          <p:nvPr>
            <p:ph type="pic" sz="quarter" idx="15"/>
          </p:nvPr>
        </p:nvSpPr>
        <p:spPr>
          <a:xfrm>
            <a:off x="6744524" y="1739900"/>
            <a:ext cx="1689100" cy="1397000"/>
          </a:xfrm>
        </p:spPr>
        <p:txBody>
          <a:bodyPr/>
          <a:lstStyle>
            <a:lvl1pPr marL="0" indent="0" algn="ctr">
              <a:buNone/>
              <a:defRPr>
                <a:solidFill>
                  <a:schemeClr val="bg1"/>
                </a:solidFill>
              </a:defRPr>
            </a:lvl1pPr>
          </a:lstStyle>
          <a:p>
            <a:r>
              <a:rPr lang="en-US"/>
              <a:t>Click icon to add picture</a:t>
            </a:r>
            <a:endParaRPr lang="en-US" dirty="0"/>
          </a:p>
        </p:txBody>
      </p:sp>
      <p:sp>
        <p:nvSpPr>
          <p:cNvPr id="38" name="Picture Placeholder 33">
            <a:extLst>
              <a:ext uri="{FF2B5EF4-FFF2-40B4-BE49-F238E27FC236}">
                <a16:creationId xmlns:a16="http://schemas.microsoft.com/office/drawing/2014/main" id="{DD89F80C-C1D7-4F63-BAD2-F4EE1F9A162F}"/>
              </a:ext>
            </a:extLst>
          </p:cNvPr>
          <p:cNvSpPr>
            <a:spLocks noGrp="1"/>
          </p:cNvSpPr>
          <p:nvPr>
            <p:ph type="pic" sz="quarter" idx="17"/>
          </p:nvPr>
        </p:nvSpPr>
        <p:spPr>
          <a:xfrm>
            <a:off x="9659235" y="4263232"/>
            <a:ext cx="1689100" cy="1397000"/>
          </a:xfrm>
        </p:spPr>
        <p:txBody>
          <a:bodyPr/>
          <a:lstStyle>
            <a:lvl1pPr marL="0" indent="0" algn="ctr">
              <a:buNone/>
              <a:defRPr>
                <a:solidFill>
                  <a:schemeClr val="bg1"/>
                </a:solidFill>
              </a:defRPr>
            </a:lvl1pPr>
          </a:lstStyle>
          <a:p>
            <a:r>
              <a:rPr lang="en-US"/>
              <a:t>Click icon to add picture</a:t>
            </a:r>
            <a:endParaRPr lang="en-US" dirty="0"/>
          </a:p>
        </p:txBody>
      </p:sp>
      <p:sp>
        <p:nvSpPr>
          <p:cNvPr id="40" name="Text Placeholder 39">
            <a:extLst>
              <a:ext uri="{FF2B5EF4-FFF2-40B4-BE49-F238E27FC236}">
                <a16:creationId xmlns:a16="http://schemas.microsoft.com/office/drawing/2014/main" id="{08BBFEC8-B6BE-4768-9284-26D98C06FFC4}"/>
              </a:ext>
            </a:extLst>
          </p:cNvPr>
          <p:cNvSpPr>
            <a:spLocks noGrp="1"/>
          </p:cNvSpPr>
          <p:nvPr>
            <p:ph type="body" sz="quarter" idx="18" hasCustomPrompt="1"/>
          </p:nvPr>
        </p:nvSpPr>
        <p:spPr>
          <a:xfrm>
            <a:off x="590550" y="3949700"/>
            <a:ext cx="2336800" cy="1854200"/>
          </a:xfrm>
        </p:spPr>
        <p:txBody>
          <a:bodyPr>
            <a:noAutofit/>
          </a:bodyPr>
          <a:lstStyle>
            <a:lvl1pPr marL="0" indent="0" algn="ctr">
              <a:buNone/>
              <a:defRPr sz="1800">
                <a:solidFill>
                  <a:schemeClr val="bg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1" name="Text Placeholder 39">
            <a:extLst>
              <a:ext uri="{FF2B5EF4-FFF2-40B4-BE49-F238E27FC236}">
                <a16:creationId xmlns:a16="http://schemas.microsoft.com/office/drawing/2014/main" id="{D12C79C2-427D-418B-8FFA-C27D8F2C986B}"/>
              </a:ext>
            </a:extLst>
          </p:cNvPr>
          <p:cNvSpPr>
            <a:spLocks noGrp="1"/>
          </p:cNvSpPr>
          <p:nvPr>
            <p:ph type="body" sz="quarter" idx="19" hasCustomPrompt="1"/>
          </p:nvPr>
        </p:nvSpPr>
        <p:spPr>
          <a:xfrm>
            <a:off x="3505963" y="1595835"/>
            <a:ext cx="2336800" cy="1854200"/>
          </a:xfrm>
        </p:spPr>
        <p:txBody>
          <a:bodyPr anchor="b">
            <a:noAutofit/>
          </a:bodyPr>
          <a:lstStyle>
            <a:lvl1pPr marL="0" indent="0" algn="ctr">
              <a:buNone/>
              <a:defRPr sz="1800">
                <a:solidFill>
                  <a:schemeClr val="bg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2" name="Text Placeholder 39">
            <a:extLst>
              <a:ext uri="{FF2B5EF4-FFF2-40B4-BE49-F238E27FC236}">
                <a16:creationId xmlns:a16="http://schemas.microsoft.com/office/drawing/2014/main" id="{0FD568C4-A06D-4A56-B7D6-AF338F5C329A}"/>
              </a:ext>
            </a:extLst>
          </p:cNvPr>
          <p:cNvSpPr>
            <a:spLocks noGrp="1"/>
          </p:cNvSpPr>
          <p:nvPr>
            <p:ph type="body" sz="quarter" idx="20" hasCustomPrompt="1"/>
          </p:nvPr>
        </p:nvSpPr>
        <p:spPr>
          <a:xfrm>
            <a:off x="6420674" y="3949700"/>
            <a:ext cx="2336800" cy="1854200"/>
          </a:xfrm>
        </p:spPr>
        <p:txBody>
          <a:bodyPr>
            <a:noAutofit/>
          </a:bodyPr>
          <a:lstStyle>
            <a:lvl1pPr marL="0" indent="0" algn="ctr">
              <a:buNone/>
              <a:defRPr sz="1800">
                <a:solidFill>
                  <a:schemeClr val="bg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3" name="Text Placeholder 39">
            <a:extLst>
              <a:ext uri="{FF2B5EF4-FFF2-40B4-BE49-F238E27FC236}">
                <a16:creationId xmlns:a16="http://schemas.microsoft.com/office/drawing/2014/main" id="{76B41443-1233-4172-B61C-7CC516D88802}"/>
              </a:ext>
            </a:extLst>
          </p:cNvPr>
          <p:cNvSpPr>
            <a:spLocks noGrp="1"/>
          </p:cNvSpPr>
          <p:nvPr>
            <p:ph type="body" sz="quarter" idx="21" hasCustomPrompt="1"/>
          </p:nvPr>
        </p:nvSpPr>
        <p:spPr>
          <a:xfrm>
            <a:off x="9335385" y="1595835"/>
            <a:ext cx="2336800" cy="1854200"/>
          </a:xfrm>
        </p:spPr>
        <p:txBody>
          <a:bodyPr anchor="b">
            <a:noAutofit/>
          </a:bodyPr>
          <a:lstStyle>
            <a:lvl1pPr marL="0" indent="0" algn="ctr">
              <a:buNone/>
              <a:defRPr sz="1800">
                <a:solidFill>
                  <a:schemeClr val="bg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Tree>
    <p:extLst>
      <p:ext uri="{BB962C8B-B14F-4D97-AF65-F5344CB8AC3E}">
        <p14:creationId xmlns:p14="http://schemas.microsoft.com/office/powerpoint/2010/main" val="210807895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6_Title Only">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B607F24-5B01-4964-9736-E876BC347E55}"/>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ADB3C88-F13B-4B5F-920D-B4EFFAA592E5}"/>
              </a:ext>
            </a:extLst>
          </p:cNvPr>
          <p:cNvSpPr>
            <a:spLocks noGrp="1"/>
          </p:cNvSpPr>
          <p:nvPr>
            <p:ph type="title"/>
          </p:nvPr>
        </p:nvSpPr>
        <p:spPr>
          <a:xfrm>
            <a:off x="371475" y="260351"/>
            <a:ext cx="6168473" cy="758824"/>
          </a:xfrm>
        </p:spPr>
        <p:txBody>
          <a:bodyPr/>
          <a:lstStyle/>
          <a:p>
            <a:r>
              <a:rPr lang="en-US"/>
              <a:t>Click to edit Master title style</a:t>
            </a:r>
            <a:endParaRPr lang="en-US" dirty="0"/>
          </a:p>
        </p:txBody>
      </p:sp>
      <p:sp>
        <p:nvSpPr>
          <p:cNvPr id="24" name="Rectangle 23">
            <a:extLst>
              <a:ext uri="{FF2B5EF4-FFF2-40B4-BE49-F238E27FC236}">
                <a16:creationId xmlns:a16="http://schemas.microsoft.com/office/drawing/2014/main" id="{E2950CCA-59F9-4C47-A5BA-294E9EDCBABE}"/>
              </a:ext>
            </a:extLst>
          </p:cNvPr>
          <p:cNvSpPr/>
          <p:nvPr userDrawn="1"/>
        </p:nvSpPr>
        <p:spPr>
          <a:xfrm>
            <a:off x="6769101" y="0"/>
            <a:ext cx="2711082" cy="228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F44232AA-36A1-4A85-8868-9D12848EB106}"/>
              </a:ext>
            </a:extLst>
          </p:cNvPr>
          <p:cNvSpPr/>
          <p:nvPr userDrawn="1"/>
        </p:nvSpPr>
        <p:spPr>
          <a:xfrm>
            <a:off x="9480918" y="2286000"/>
            <a:ext cx="2711082" cy="228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0B045D93-056D-486E-A634-890ECB9AF9C2}"/>
              </a:ext>
            </a:extLst>
          </p:cNvPr>
          <p:cNvSpPr/>
          <p:nvPr userDrawn="1"/>
        </p:nvSpPr>
        <p:spPr>
          <a:xfrm>
            <a:off x="6769100" y="4572000"/>
            <a:ext cx="2711082" cy="2286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567CD5E4-19A9-4EFD-BBF1-2B1FBC9BB9BD}"/>
              </a:ext>
            </a:extLst>
          </p:cNvPr>
          <p:cNvSpPr/>
          <p:nvPr userDrawn="1"/>
        </p:nvSpPr>
        <p:spPr>
          <a:xfrm>
            <a:off x="9480918" y="0"/>
            <a:ext cx="2711082" cy="2286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32">
            <a:extLst>
              <a:ext uri="{FF2B5EF4-FFF2-40B4-BE49-F238E27FC236}">
                <a16:creationId xmlns:a16="http://schemas.microsoft.com/office/drawing/2014/main" id="{AA533582-AC3E-4F3B-9602-085EB97AD294}"/>
              </a:ext>
            </a:extLst>
          </p:cNvPr>
          <p:cNvSpPr/>
          <p:nvPr userDrawn="1"/>
        </p:nvSpPr>
        <p:spPr>
          <a:xfrm>
            <a:off x="6768364" y="2286000"/>
            <a:ext cx="2711082" cy="2286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Rectangle 36">
            <a:extLst>
              <a:ext uri="{FF2B5EF4-FFF2-40B4-BE49-F238E27FC236}">
                <a16:creationId xmlns:a16="http://schemas.microsoft.com/office/drawing/2014/main" id="{CF0B1BD9-4AC2-4549-9001-383664C7F224}"/>
              </a:ext>
            </a:extLst>
          </p:cNvPr>
          <p:cNvSpPr/>
          <p:nvPr userDrawn="1"/>
        </p:nvSpPr>
        <p:spPr>
          <a:xfrm>
            <a:off x="9480918" y="4572000"/>
            <a:ext cx="2711082" cy="2286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Isosceles Triangle 3">
            <a:extLst>
              <a:ext uri="{FF2B5EF4-FFF2-40B4-BE49-F238E27FC236}">
                <a16:creationId xmlns:a16="http://schemas.microsoft.com/office/drawing/2014/main" id="{32B2DC05-AAD7-458D-B737-BE8CCA1FFA99}"/>
              </a:ext>
            </a:extLst>
          </p:cNvPr>
          <p:cNvSpPr/>
          <p:nvPr userDrawn="1"/>
        </p:nvSpPr>
        <p:spPr>
          <a:xfrm rot="5400000">
            <a:off x="9422986" y="1050373"/>
            <a:ext cx="298174" cy="185254"/>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Isosceles Triangle 38">
            <a:extLst>
              <a:ext uri="{FF2B5EF4-FFF2-40B4-BE49-F238E27FC236}">
                <a16:creationId xmlns:a16="http://schemas.microsoft.com/office/drawing/2014/main" id="{E423C01B-EB10-48EF-8F1C-C2A7E1923E3E}"/>
              </a:ext>
            </a:extLst>
          </p:cNvPr>
          <p:cNvSpPr/>
          <p:nvPr userDrawn="1"/>
        </p:nvSpPr>
        <p:spPr>
          <a:xfrm rot="16200000">
            <a:off x="9238100" y="3336373"/>
            <a:ext cx="298174" cy="185254"/>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Isosceles Triangle 43">
            <a:extLst>
              <a:ext uri="{FF2B5EF4-FFF2-40B4-BE49-F238E27FC236}">
                <a16:creationId xmlns:a16="http://schemas.microsoft.com/office/drawing/2014/main" id="{BB0D5D5D-BB46-489A-A006-03E52FDA0AB6}"/>
              </a:ext>
            </a:extLst>
          </p:cNvPr>
          <p:cNvSpPr/>
          <p:nvPr userDrawn="1"/>
        </p:nvSpPr>
        <p:spPr>
          <a:xfrm rot="5400000">
            <a:off x="9422986" y="5622373"/>
            <a:ext cx="298174" cy="185254"/>
          </a:xfrm>
          <a:prstGeom prst="triangl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Picture Placeholder 33">
            <a:extLst>
              <a:ext uri="{FF2B5EF4-FFF2-40B4-BE49-F238E27FC236}">
                <a16:creationId xmlns:a16="http://schemas.microsoft.com/office/drawing/2014/main" id="{2D0DCA06-9544-45C9-BE22-EBB853AE757C}"/>
              </a:ext>
            </a:extLst>
          </p:cNvPr>
          <p:cNvSpPr>
            <a:spLocks noGrp="1"/>
          </p:cNvSpPr>
          <p:nvPr>
            <p:ph type="pic" sz="quarter" idx="13"/>
          </p:nvPr>
        </p:nvSpPr>
        <p:spPr>
          <a:xfrm>
            <a:off x="10133588" y="561678"/>
            <a:ext cx="1405742" cy="1162644"/>
          </a:xfrm>
        </p:spPr>
        <p:txBody>
          <a:bodyPr>
            <a:normAutofit/>
          </a:bodyPr>
          <a:lstStyle>
            <a:lvl1pPr marL="0" indent="0" algn="ctr">
              <a:buNone/>
              <a:defRPr sz="2000">
                <a:solidFill>
                  <a:schemeClr val="tx1"/>
                </a:solidFill>
              </a:defRPr>
            </a:lvl1pPr>
          </a:lstStyle>
          <a:p>
            <a:r>
              <a:rPr lang="en-US"/>
              <a:t>Click icon to add picture</a:t>
            </a:r>
            <a:endParaRPr lang="en-US" dirty="0"/>
          </a:p>
        </p:txBody>
      </p:sp>
      <p:sp>
        <p:nvSpPr>
          <p:cNvPr id="46" name="Picture Placeholder 33">
            <a:extLst>
              <a:ext uri="{FF2B5EF4-FFF2-40B4-BE49-F238E27FC236}">
                <a16:creationId xmlns:a16="http://schemas.microsoft.com/office/drawing/2014/main" id="{21403A13-F195-405D-B352-4B77969E358B}"/>
              </a:ext>
            </a:extLst>
          </p:cNvPr>
          <p:cNvSpPr>
            <a:spLocks noGrp="1"/>
          </p:cNvSpPr>
          <p:nvPr>
            <p:ph type="pic" sz="quarter" idx="14"/>
          </p:nvPr>
        </p:nvSpPr>
        <p:spPr>
          <a:xfrm>
            <a:off x="7421034" y="2847678"/>
            <a:ext cx="1405742" cy="1162644"/>
          </a:xfrm>
        </p:spPr>
        <p:txBody>
          <a:bodyPr>
            <a:normAutofit/>
          </a:bodyPr>
          <a:lstStyle>
            <a:lvl1pPr marL="0" indent="0" algn="ctr">
              <a:buNone/>
              <a:defRPr sz="2000">
                <a:solidFill>
                  <a:schemeClr val="tx1"/>
                </a:solidFill>
              </a:defRPr>
            </a:lvl1pPr>
          </a:lstStyle>
          <a:p>
            <a:r>
              <a:rPr lang="en-US"/>
              <a:t>Click icon to add picture</a:t>
            </a:r>
            <a:endParaRPr lang="en-US" dirty="0"/>
          </a:p>
        </p:txBody>
      </p:sp>
      <p:sp>
        <p:nvSpPr>
          <p:cNvPr id="47" name="Picture Placeholder 33">
            <a:extLst>
              <a:ext uri="{FF2B5EF4-FFF2-40B4-BE49-F238E27FC236}">
                <a16:creationId xmlns:a16="http://schemas.microsoft.com/office/drawing/2014/main" id="{390C9BE2-4328-41D9-82FB-F6FEE7026C55}"/>
              </a:ext>
            </a:extLst>
          </p:cNvPr>
          <p:cNvSpPr>
            <a:spLocks noGrp="1"/>
          </p:cNvSpPr>
          <p:nvPr>
            <p:ph type="pic" sz="quarter" idx="15"/>
          </p:nvPr>
        </p:nvSpPr>
        <p:spPr>
          <a:xfrm>
            <a:off x="10133588" y="5133678"/>
            <a:ext cx="1405742" cy="1162644"/>
          </a:xfrm>
        </p:spPr>
        <p:txBody>
          <a:bodyPr>
            <a:normAutofit/>
          </a:bodyPr>
          <a:lstStyle>
            <a:lvl1pPr marL="0" indent="0" algn="ctr">
              <a:buNone/>
              <a:defRPr sz="2000">
                <a:solidFill>
                  <a:schemeClr val="tx1"/>
                </a:solidFill>
              </a:defRPr>
            </a:lvl1pPr>
          </a:lstStyle>
          <a:p>
            <a:r>
              <a:rPr lang="en-US"/>
              <a:t>Click icon to add picture</a:t>
            </a:r>
            <a:endParaRPr lang="en-US" dirty="0"/>
          </a:p>
        </p:txBody>
      </p:sp>
      <p:sp>
        <p:nvSpPr>
          <p:cNvPr id="48" name="Picture Placeholder 6">
            <a:extLst>
              <a:ext uri="{FF2B5EF4-FFF2-40B4-BE49-F238E27FC236}">
                <a16:creationId xmlns:a16="http://schemas.microsoft.com/office/drawing/2014/main" id="{7E57D58E-479C-4409-8D5F-7CAC3178A771}"/>
              </a:ext>
            </a:extLst>
          </p:cNvPr>
          <p:cNvSpPr>
            <a:spLocks noGrp="1"/>
          </p:cNvSpPr>
          <p:nvPr>
            <p:ph type="pic" sz="quarter" idx="16"/>
          </p:nvPr>
        </p:nvSpPr>
        <p:spPr>
          <a:xfrm>
            <a:off x="371475" y="1233488"/>
            <a:ext cx="6168473" cy="5624512"/>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17" name="Text Placeholder 39">
            <a:extLst>
              <a:ext uri="{FF2B5EF4-FFF2-40B4-BE49-F238E27FC236}">
                <a16:creationId xmlns:a16="http://schemas.microsoft.com/office/drawing/2014/main" id="{1EE624A7-7FE4-44DC-B710-D995C25C9CEA}"/>
              </a:ext>
            </a:extLst>
          </p:cNvPr>
          <p:cNvSpPr>
            <a:spLocks noGrp="1"/>
          </p:cNvSpPr>
          <p:nvPr>
            <p:ph type="body" sz="quarter" idx="18" hasCustomPrompt="1"/>
          </p:nvPr>
        </p:nvSpPr>
        <p:spPr>
          <a:xfrm>
            <a:off x="6956242" y="215900"/>
            <a:ext cx="2336800" cy="1854200"/>
          </a:xfrm>
        </p:spPr>
        <p:txBody>
          <a:bodyPr anchor="ctr">
            <a:noAutofit/>
          </a:bodyPr>
          <a:lstStyle>
            <a:lvl1pPr marL="0" indent="0" algn="ctr">
              <a:buNone/>
              <a:defRPr sz="1800">
                <a:solidFill>
                  <a:schemeClr val="bg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18" name="Text Placeholder 39">
            <a:extLst>
              <a:ext uri="{FF2B5EF4-FFF2-40B4-BE49-F238E27FC236}">
                <a16:creationId xmlns:a16="http://schemas.microsoft.com/office/drawing/2014/main" id="{34CC27D1-7AB7-4922-81C5-41E9C01BAAE1}"/>
              </a:ext>
            </a:extLst>
          </p:cNvPr>
          <p:cNvSpPr>
            <a:spLocks noGrp="1"/>
          </p:cNvSpPr>
          <p:nvPr>
            <p:ph type="body" sz="quarter" idx="19" hasCustomPrompt="1"/>
          </p:nvPr>
        </p:nvSpPr>
        <p:spPr>
          <a:xfrm>
            <a:off x="9668059" y="2501900"/>
            <a:ext cx="2336800" cy="1854200"/>
          </a:xfrm>
        </p:spPr>
        <p:txBody>
          <a:bodyPr anchor="ctr">
            <a:noAutofit/>
          </a:bodyPr>
          <a:lstStyle>
            <a:lvl1pPr marL="0" indent="0" algn="ctr">
              <a:buNone/>
              <a:defRPr sz="1800">
                <a:solidFill>
                  <a:schemeClr val="bg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19" name="Text Placeholder 39">
            <a:extLst>
              <a:ext uri="{FF2B5EF4-FFF2-40B4-BE49-F238E27FC236}">
                <a16:creationId xmlns:a16="http://schemas.microsoft.com/office/drawing/2014/main" id="{03F0CFEB-33B8-47FE-BC44-44AF273543D5}"/>
              </a:ext>
            </a:extLst>
          </p:cNvPr>
          <p:cNvSpPr>
            <a:spLocks noGrp="1"/>
          </p:cNvSpPr>
          <p:nvPr>
            <p:ph type="body" sz="quarter" idx="20" hasCustomPrompt="1"/>
          </p:nvPr>
        </p:nvSpPr>
        <p:spPr>
          <a:xfrm>
            <a:off x="6956241" y="4787900"/>
            <a:ext cx="2336800" cy="1854200"/>
          </a:xfrm>
        </p:spPr>
        <p:txBody>
          <a:bodyPr anchor="ctr">
            <a:noAutofit/>
          </a:bodyPr>
          <a:lstStyle>
            <a:lvl1pPr marL="0" indent="0" algn="ctr">
              <a:buNone/>
              <a:defRPr sz="1800">
                <a:solidFill>
                  <a:schemeClr val="bg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Tree>
    <p:extLst>
      <p:ext uri="{BB962C8B-B14F-4D97-AF65-F5344CB8AC3E}">
        <p14:creationId xmlns:p14="http://schemas.microsoft.com/office/powerpoint/2010/main" val="201425918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7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B3C88-F13B-4B5F-920D-B4EFFAA592E5}"/>
              </a:ext>
            </a:extLst>
          </p:cNvPr>
          <p:cNvSpPr>
            <a:spLocks noGrp="1"/>
          </p:cNvSpPr>
          <p:nvPr>
            <p:ph type="title"/>
          </p:nvPr>
        </p:nvSpPr>
        <p:spPr>
          <a:xfrm>
            <a:off x="371475" y="260351"/>
            <a:ext cx="11520488" cy="758824"/>
          </a:xfrm>
        </p:spPr>
        <p:txBody>
          <a:bodyPr/>
          <a:lstStyle/>
          <a:p>
            <a:r>
              <a:rPr lang="en-US"/>
              <a:t>Click to edit Master title style</a:t>
            </a:r>
            <a:endParaRPr lang="en-US" dirty="0"/>
          </a:p>
        </p:txBody>
      </p:sp>
      <p:sp>
        <p:nvSpPr>
          <p:cNvPr id="48" name="Picture Placeholder 6">
            <a:extLst>
              <a:ext uri="{FF2B5EF4-FFF2-40B4-BE49-F238E27FC236}">
                <a16:creationId xmlns:a16="http://schemas.microsoft.com/office/drawing/2014/main" id="{7E57D58E-479C-4409-8D5F-7CAC3178A771}"/>
              </a:ext>
            </a:extLst>
          </p:cNvPr>
          <p:cNvSpPr>
            <a:spLocks noGrp="1"/>
          </p:cNvSpPr>
          <p:nvPr>
            <p:ph type="pic" sz="quarter" idx="16"/>
          </p:nvPr>
        </p:nvSpPr>
        <p:spPr>
          <a:xfrm>
            <a:off x="371475" y="1233488"/>
            <a:ext cx="11520487" cy="3049754"/>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17" name="Slide Number Placeholder 4">
            <a:extLst>
              <a:ext uri="{FF2B5EF4-FFF2-40B4-BE49-F238E27FC236}">
                <a16:creationId xmlns:a16="http://schemas.microsoft.com/office/drawing/2014/main" id="{76336E3A-55EE-4423-B1AA-7489CA988813}"/>
              </a:ext>
            </a:extLst>
          </p:cNvPr>
          <p:cNvSpPr>
            <a:spLocks noGrp="1"/>
          </p:cNvSpPr>
          <p:nvPr>
            <p:ph type="sldNum" sz="quarter" idx="12"/>
          </p:nvPr>
        </p:nvSpPr>
        <p:spPr>
          <a:xfrm>
            <a:off x="11518900" y="6581978"/>
            <a:ext cx="373062" cy="206104"/>
          </a:xfrm>
        </p:spPr>
        <p:txBody>
          <a:bodyPr/>
          <a:lstStyle/>
          <a:p>
            <a:fld id="{03DC2DEF-D2FE-4B45-ABA4-9F153FD1C98A}" type="slidenum">
              <a:rPr lang="en-US" smtClean="0"/>
              <a:t>‹#›</a:t>
            </a:fld>
            <a:endParaRPr lang="en-US" dirty="0"/>
          </a:p>
        </p:txBody>
      </p:sp>
      <p:sp>
        <p:nvSpPr>
          <p:cNvPr id="20" name="Picture Placeholder 33">
            <a:extLst>
              <a:ext uri="{FF2B5EF4-FFF2-40B4-BE49-F238E27FC236}">
                <a16:creationId xmlns:a16="http://schemas.microsoft.com/office/drawing/2014/main" id="{917F3183-F8DC-409E-BDAF-E3190E5CC10A}"/>
              </a:ext>
            </a:extLst>
          </p:cNvPr>
          <p:cNvSpPr>
            <a:spLocks noGrp="1"/>
          </p:cNvSpPr>
          <p:nvPr>
            <p:ph type="pic" sz="quarter" idx="13"/>
          </p:nvPr>
        </p:nvSpPr>
        <p:spPr>
          <a:xfrm>
            <a:off x="1466711" y="2999731"/>
            <a:ext cx="1405742" cy="1162644"/>
          </a:xfrm>
        </p:spPr>
        <p:txBody>
          <a:bodyPr>
            <a:normAutofit/>
          </a:bodyPr>
          <a:lstStyle>
            <a:lvl1pPr marL="0" indent="0" algn="ctr">
              <a:buNone/>
              <a:defRPr sz="2000">
                <a:solidFill>
                  <a:schemeClr val="tx1"/>
                </a:solidFill>
              </a:defRPr>
            </a:lvl1pPr>
          </a:lstStyle>
          <a:p>
            <a:r>
              <a:rPr lang="en-US"/>
              <a:t>Click icon to add picture</a:t>
            </a:r>
            <a:endParaRPr lang="en-US" dirty="0"/>
          </a:p>
        </p:txBody>
      </p:sp>
      <p:sp>
        <p:nvSpPr>
          <p:cNvPr id="25" name="Picture Placeholder 33">
            <a:extLst>
              <a:ext uri="{FF2B5EF4-FFF2-40B4-BE49-F238E27FC236}">
                <a16:creationId xmlns:a16="http://schemas.microsoft.com/office/drawing/2014/main" id="{8DCF90EE-8A0F-46BB-A8EC-27CB7826EB0D}"/>
              </a:ext>
            </a:extLst>
          </p:cNvPr>
          <p:cNvSpPr>
            <a:spLocks noGrp="1"/>
          </p:cNvSpPr>
          <p:nvPr>
            <p:ph type="pic" sz="quarter" idx="17"/>
          </p:nvPr>
        </p:nvSpPr>
        <p:spPr>
          <a:xfrm>
            <a:off x="4108135" y="2999731"/>
            <a:ext cx="1405742" cy="1162644"/>
          </a:xfrm>
        </p:spPr>
        <p:txBody>
          <a:bodyPr>
            <a:normAutofit/>
          </a:bodyPr>
          <a:lstStyle>
            <a:lvl1pPr marL="0" indent="0" algn="ctr">
              <a:buNone/>
              <a:defRPr sz="2000">
                <a:solidFill>
                  <a:schemeClr val="tx1"/>
                </a:solidFill>
              </a:defRPr>
            </a:lvl1pPr>
          </a:lstStyle>
          <a:p>
            <a:r>
              <a:rPr lang="en-US"/>
              <a:t>Click icon to add picture</a:t>
            </a:r>
            <a:endParaRPr lang="en-US" dirty="0"/>
          </a:p>
        </p:txBody>
      </p:sp>
      <p:sp>
        <p:nvSpPr>
          <p:cNvPr id="26" name="Picture Placeholder 33">
            <a:extLst>
              <a:ext uri="{FF2B5EF4-FFF2-40B4-BE49-F238E27FC236}">
                <a16:creationId xmlns:a16="http://schemas.microsoft.com/office/drawing/2014/main" id="{4B6BCE84-A7A7-4701-966F-9F969C523C51}"/>
              </a:ext>
            </a:extLst>
          </p:cNvPr>
          <p:cNvSpPr>
            <a:spLocks noGrp="1"/>
          </p:cNvSpPr>
          <p:nvPr>
            <p:ph type="pic" sz="quarter" idx="18"/>
          </p:nvPr>
        </p:nvSpPr>
        <p:spPr>
          <a:xfrm>
            <a:off x="6749558" y="2999731"/>
            <a:ext cx="1405742" cy="1162644"/>
          </a:xfrm>
        </p:spPr>
        <p:txBody>
          <a:bodyPr>
            <a:normAutofit/>
          </a:bodyPr>
          <a:lstStyle>
            <a:lvl1pPr marL="0" indent="0" algn="ctr">
              <a:buNone/>
              <a:defRPr sz="2000">
                <a:solidFill>
                  <a:schemeClr val="tx1"/>
                </a:solidFill>
              </a:defRPr>
            </a:lvl1pPr>
          </a:lstStyle>
          <a:p>
            <a:r>
              <a:rPr lang="en-US"/>
              <a:t>Click icon to add picture</a:t>
            </a:r>
            <a:endParaRPr lang="en-US" dirty="0"/>
          </a:p>
        </p:txBody>
      </p:sp>
      <p:sp>
        <p:nvSpPr>
          <p:cNvPr id="27" name="Picture Placeholder 33">
            <a:extLst>
              <a:ext uri="{FF2B5EF4-FFF2-40B4-BE49-F238E27FC236}">
                <a16:creationId xmlns:a16="http://schemas.microsoft.com/office/drawing/2014/main" id="{2F810615-16AA-4D3F-93BB-1074BABE1234}"/>
              </a:ext>
            </a:extLst>
          </p:cNvPr>
          <p:cNvSpPr>
            <a:spLocks noGrp="1"/>
          </p:cNvSpPr>
          <p:nvPr>
            <p:ph type="pic" sz="quarter" idx="19"/>
          </p:nvPr>
        </p:nvSpPr>
        <p:spPr>
          <a:xfrm>
            <a:off x="9435088" y="2999731"/>
            <a:ext cx="1405742" cy="1162644"/>
          </a:xfrm>
        </p:spPr>
        <p:txBody>
          <a:bodyPr>
            <a:normAutofit/>
          </a:bodyPr>
          <a:lstStyle>
            <a:lvl1pPr marL="0" indent="0" algn="ctr">
              <a:buNone/>
              <a:defRPr sz="2000">
                <a:solidFill>
                  <a:schemeClr val="tx1"/>
                </a:solidFill>
              </a:defRPr>
            </a:lvl1pPr>
          </a:lstStyle>
          <a:p>
            <a:r>
              <a:rPr lang="en-US"/>
              <a:t>Click icon to add picture</a:t>
            </a:r>
            <a:endParaRPr lang="en-US" dirty="0"/>
          </a:p>
        </p:txBody>
      </p:sp>
      <p:sp>
        <p:nvSpPr>
          <p:cNvPr id="32" name="Rectangle 31">
            <a:extLst>
              <a:ext uri="{FF2B5EF4-FFF2-40B4-BE49-F238E27FC236}">
                <a16:creationId xmlns:a16="http://schemas.microsoft.com/office/drawing/2014/main" id="{E9E999B4-BC91-4EF5-915C-59E58E141134}"/>
              </a:ext>
            </a:extLst>
          </p:cNvPr>
          <p:cNvSpPr/>
          <p:nvPr userDrawn="1"/>
        </p:nvSpPr>
        <p:spPr>
          <a:xfrm>
            <a:off x="979920" y="4514247"/>
            <a:ext cx="2379325" cy="16865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a:extLst>
              <a:ext uri="{FF2B5EF4-FFF2-40B4-BE49-F238E27FC236}">
                <a16:creationId xmlns:a16="http://schemas.microsoft.com/office/drawing/2014/main" id="{8E3D72D1-545E-4FA9-B18F-DBE257DA9472}"/>
              </a:ext>
            </a:extLst>
          </p:cNvPr>
          <p:cNvSpPr/>
          <p:nvPr userDrawn="1"/>
        </p:nvSpPr>
        <p:spPr>
          <a:xfrm>
            <a:off x="3621344" y="4514247"/>
            <a:ext cx="2379325" cy="168652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Rectangle 34">
            <a:extLst>
              <a:ext uri="{FF2B5EF4-FFF2-40B4-BE49-F238E27FC236}">
                <a16:creationId xmlns:a16="http://schemas.microsoft.com/office/drawing/2014/main" id="{A1FF2C74-7F94-4D15-9530-4844CA0ABABA}"/>
              </a:ext>
            </a:extLst>
          </p:cNvPr>
          <p:cNvSpPr/>
          <p:nvPr userDrawn="1"/>
        </p:nvSpPr>
        <p:spPr>
          <a:xfrm>
            <a:off x="6262766" y="4514247"/>
            <a:ext cx="2379325" cy="168652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ctangle 35">
            <a:extLst>
              <a:ext uri="{FF2B5EF4-FFF2-40B4-BE49-F238E27FC236}">
                <a16:creationId xmlns:a16="http://schemas.microsoft.com/office/drawing/2014/main" id="{D65048BF-5755-467D-94DA-799CD1A9ED70}"/>
              </a:ext>
            </a:extLst>
          </p:cNvPr>
          <p:cNvSpPr/>
          <p:nvPr userDrawn="1"/>
        </p:nvSpPr>
        <p:spPr>
          <a:xfrm>
            <a:off x="8904188" y="4514247"/>
            <a:ext cx="2379325" cy="168652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Text Placeholder 39">
            <a:extLst>
              <a:ext uri="{FF2B5EF4-FFF2-40B4-BE49-F238E27FC236}">
                <a16:creationId xmlns:a16="http://schemas.microsoft.com/office/drawing/2014/main" id="{3C8488B4-AC1B-43A6-A416-3F5BC72456F9}"/>
              </a:ext>
            </a:extLst>
          </p:cNvPr>
          <p:cNvSpPr>
            <a:spLocks noGrp="1"/>
          </p:cNvSpPr>
          <p:nvPr>
            <p:ph type="body" sz="quarter" idx="20" hasCustomPrompt="1"/>
          </p:nvPr>
        </p:nvSpPr>
        <p:spPr>
          <a:xfrm>
            <a:off x="1091465" y="4598182"/>
            <a:ext cx="2156235" cy="1330436"/>
          </a:xfrm>
        </p:spPr>
        <p:txBody>
          <a:bodyPr>
            <a:noAutofit/>
          </a:bodyPr>
          <a:lstStyle>
            <a:lvl1pPr marL="0" indent="0" algn="ctr">
              <a:buNone/>
              <a:defRPr sz="1800">
                <a:solidFill>
                  <a:schemeClr val="bg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0" name="Text Placeholder 39">
            <a:extLst>
              <a:ext uri="{FF2B5EF4-FFF2-40B4-BE49-F238E27FC236}">
                <a16:creationId xmlns:a16="http://schemas.microsoft.com/office/drawing/2014/main" id="{950DB978-3832-472D-9958-42D6A712EA6B}"/>
              </a:ext>
            </a:extLst>
          </p:cNvPr>
          <p:cNvSpPr>
            <a:spLocks noGrp="1"/>
          </p:cNvSpPr>
          <p:nvPr>
            <p:ph type="body" sz="quarter" idx="21" hasCustomPrompt="1"/>
          </p:nvPr>
        </p:nvSpPr>
        <p:spPr>
          <a:xfrm>
            <a:off x="3732888" y="4598182"/>
            <a:ext cx="2156235" cy="1330436"/>
          </a:xfrm>
        </p:spPr>
        <p:txBody>
          <a:bodyPr>
            <a:noAutofit/>
          </a:bodyPr>
          <a:lstStyle>
            <a:lvl1pPr marL="0" indent="0" algn="ctr">
              <a:buNone/>
              <a:defRPr sz="1800">
                <a:solidFill>
                  <a:schemeClr val="bg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1" name="Text Placeholder 39">
            <a:extLst>
              <a:ext uri="{FF2B5EF4-FFF2-40B4-BE49-F238E27FC236}">
                <a16:creationId xmlns:a16="http://schemas.microsoft.com/office/drawing/2014/main" id="{7A9C8821-D3DD-40C3-83BD-38D190405711}"/>
              </a:ext>
            </a:extLst>
          </p:cNvPr>
          <p:cNvSpPr>
            <a:spLocks noGrp="1"/>
          </p:cNvSpPr>
          <p:nvPr>
            <p:ph type="body" sz="quarter" idx="22" hasCustomPrompt="1"/>
          </p:nvPr>
        </p:nvSpPr>
        <p:spPr>
          <a:xfrm>
            <a:off x="6374310" y="4598182"/>
            <a:ext cx="2156235" cy="1330436"/>
          </a:xfrm>
        </p:spPr>
        <p:txBody>
          <a:bodyPr>
            <a:noAutofit/>
          </a:bodyPr>
          <a:lstStyle>
            <a:lvl1pPr marL="0" indent="0" algn="ctr">
              <a:buNone/>
              <a:defRPr sz="1800">
                <a:solidFill>
                  <a:schemeClr val="bg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2" name="Text Placeholder 39">
            <a:extLst>
              <a:ext uri="{FF2B5EF4-FFF2-40B4-BE49-F238E27FC236}">
                <a16:creationId xmlns:a16="http://schemas.microsoft.com/office/drawing/2014/main" id="{C3FC554A-BF67-40BD-BD4F-B2EA17BBDBC1}"/>
              </a:ext>
            </a:extLst>
          </p:cNvPr>
          <p:cNvSpPr>
            <a:spLocks noGrp="1"/>
          </p:cNvSpPr>
          <p:nvPr>
            <p:ph type="body" sz="quarter" idx="23" hasCustomPrompt="1"/>
          </p:nvPr>
        </p:nvSpPr>
        <p:spPr>
          <a:xfrm>
            <a:off x="9015732" y="4598182"/>
            <a:ext cx="2156235" cy="1330436"/>
          </a:xfrm>
        </p:spPr>
        <p:txBody>
          <a:bodyPr>
            <a:noAutofit/>
          </a:bodyPr>
          <a:lstStyle>
            <a:lvl1pPr marL="0" indent="0" algn="ctr">
              <a:buNone/>
              <a:defRPr sz="1800">
                <a:solidFill>
                  <a:schemeClr val="bg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cxnSp>
        <p:nvCxnSpPr>
          <p:cNvPr id="6" name="Straight Connector 5">
            <a:extLst>
              <a:ext uri="{FF2B5EF4-FFF2-40B4-BE49-F238E27FC236}">
                <a16:creationId xmlns:a16="http://schemas.microsoft.com/office/drawing/2014/main" id="{62ECF54D-C7AE-4FFE-A9FA-ECD663CD2A09}"/>
              </a:ext>
            </a:extLst>
          </p:cNvPr>
          <p:cNvCxnSpPr>
            <a:cxnSpLocks/>
          </p:cNvCxnSpPr>
          <p:nvPr userDrawn="1"/>
        </p:nvCxnSpPr>
        <p:spPr>
          <a:xfrm>
            <a:off x="979920" y="4357837"/>
            <a:ext cx="2379325"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7FB84BED-8481-4D23-AE06-31529215FE6C}"/>
              </a:ext>
            </a:extLst>
          </p:cNvPr>
          <p:cNvCxnSpPr>
            <a:cxnSpLocks/>
          </p:cNvCxnSpPr>
          <p:nvPr userDrawn="1"/>
        </p:nvCxnSpPr>
        <p:spPr>
          <a:xfrm>
            <a:off x="3621344" y="4357837"/>
            <a:ext cx="2379325"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4A09D405-9228-4697-A91F-4E5A2B5B6512}"/>
              </a:ext>
            </a:extLst>
          </p:cNvPr>
          <p:cNvCxnSpPr>
            <a:cxnSpLocks/>
          </p:cNvCxnSpPr>
          <p:nvPr userDrawn="1"/>
        </p:nvCxnSpPr>
        <p:spPr>
          <a:xfrm>
            <a:off x="6262767" y="4357837"/>
            <a:ext cx="2379325" cy="0"/>
          </a:xfrm>
          <a:prstGeom prst="line">
            <a:avLst/>
          </a:prstGeom>
          <a:ln w="28575">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645748A-37E1-4661-B50F-D1FCAF7F3088}"/>
              </a:ext>
            </a:extLst>
          </p:cNvPr>
          <p:cNvCxnSpPr>
            <a:cxnSpLocks/>
          </p:cNvCxnSpPr>
          <p:nvPr userDrawn="1"/>
        </p:nvCxnSpPr>
        <p:spPr>
          <a:xfrm>
            <a:off x="8904191" y="4357837"/>
            <a:ext cx="2379325"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3087214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8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B3C88-F13B-4B5F-920D-B4EFFAA592E5}"/>
              </a:ext>
            </a:extLst>
          </p:cNvPr>
          <p:cNvSpPr>
            <a:spLocks noGrp="1"/>
          </p:cNvSpPr>
          <p:nvPr>
            <p:ph type="title"/>
          </p:nvPr>
        </p:nvSpPr>
        <p:spPr>
          <a:xfrm>
            <a:off x="371475" y="260351"/>
            <a:ext cx="11520488" cy="758824"/>
          </a:xfrm>
        </p:spPr>
        <p:txBody>
          <a:bodyPr/>
          <a:lstStyle/>
          <a:p>
            <a:r>
              <a:rPr lang="en-US"/>
              <a:t>Click to edit Master title style</a:t>
            </a:r>
            <a:endParaRPr lang="en-US" dirty="0"/>
          </a:p>
        </p:txBody>
      </p:sp>
      <p:sp>
        <p:nvSpPr>
          <p:cNvPr id="48" name="Picture Placeholder 6">
            <a:extLst>
              <a:ext uri="{FF2B5EF4-FFF2-40B4-BE49-F238E27FC236}">
                <a16:creationId xmlns:a16="http://schemas.microsoft.com/office/drawing/2014/main" id="{7E57D58E-479C-4409-8D5F-7CAC3178A771}"/>
              </a:ext>
            </a:extLst>
          </p:cNvPr>
          <p:cNvSpPr>
            <a:spLocks noGrp="1"/>
          </p:cNvSpPr>
          <p:nvPr>
            <p:ph type="pic" sz="quarter" idx="16"/>
          </p:nvPr>
        </p:nvSpPr>
        <p:spPr>
          <a:xfrm>
            <a:off x="371476" y="1233488"/>
            <a:ext cx="4140890" cy="5148262"/>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17" name="Slide Number Placeholder 4">
            <a:extLst>
              <a:ext uri="{FF2B5EF4-FFF2-40B4-BE49-F238E27FC236}">
                <a16:creationId xmlns:a16="http://schemas.microsoft.com/office/drawing/2014/main" id="{76336E3A-55EE-4423-B1AA-7489CA988813}"/>
              </a:ext>
            </a:extLst>
          </p:cNvPr>
          <p:cNvSpPr>
            <a:spLocks noGrp="1"/>
          </p:cNvSpPr>
          <p:nvPr>
            <p:ph type="sldNum" sz="quarter" idx="12"/>
          </p:nvPr>
        </p:nvSpPr>
        <p:spPr>
          <a:xfrm>
            <a:off x="11518900" y="6581978"/>
            <a:ext cx="373062" cy="206104"/>
          </a:xfrm>
        </p:spPr>
        <p:txBody>
          <a:bodyPr/>
          <a:lstStyle/>
          <a:p>
            <a:fld id="{03DC2DEF-D2FE-4B45-ABA4-9F153FD1C98A}" type="slidenum">
              <a:rPr lang="en-US" smtClean="0"/>
              <a:t>‹#›</a:t>
            </a:fld>
            <a:endParaRPr lang="en-US" dirty="0"/>
          </a:p>
        </p:txBody>
      </p:sp>
      <p:sp>
        <p:nvSpPr>
          <p:cNvPr id="18" name="Rectangle 17">
            <a:extLst>
              <a:ext uri="{FF2B5EF4-FFF2-40B4-BE49-F238E27FC236}">
                <a16:creationId xmlns:a16="http://schemas.microsoft.com/office/drawing/2014/main" id="{1DD2DC66-11E4-4714-A8DE-E8AC34D49655}"/>
              </a:ext>
            </a:extLst>
          </p:cNvPr>
          <p:cNvSpPr/>
          <p:nvPr userDrawn="1"/>
        </p:nvSpPr>
        <p:spPr>
          <a:xfrm>
            <a:off x="4615257" y="1233489"/>
            <a:ext cx="2371952" cy="514826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5" name="Group 4">
            <a:extLst>
              <a:ext uri="{FF2B5EF4-FFF2-40B4-BE49-F238E27FC236}">
                <a16:creationId xmlns:a16="http://schemas.microsoft.com/office/drawing/2014/main" id="{B6748F93-9B1D-4874-A164-A654BF7D6C8C}"/>
              </a:ext>
            </a:extLst>
          </p:cNvPr>
          <p:cNvGrpSpPr/>
          <p:nvPr userDrawn="1"/>
        </p:nvGrpSpPr>
        <p:grpSpPr>
          <a:xfrm>
            <a:off x="4842107" y="2462886"/>
            <a:ext cx="1918252" cy="2689468"/>
            <a:chOff x="4790661" y="2266122"/>
            <a:chExt cx="1918252" cy="2852530"/>
          </a:xfrm>
        </p:grpSpPr>
        <p:cxnSp>
          <p:nvCxnSpPr>
            <p:cNvPr id="4" name="Straight Connector 3">
              <a:extLst>
                <a:ext uri="{FF2B5EF4-FFF2-40B4-BE49-F238E27FC236}">
                  <a16:creationId xmlns:a16="http://schemas.microsoft.com/office/drawing/2014/main" id="{4AEF10CE-C943-4C6B-9DBF-5A0E63CDC89B}"/>
                </a:ext>
              </a:extLst>
            </p:cNvPr>
            <p:cNvCxnSpPr/>
            <p:nvPr userDrawn="1"/>
          </p:nvCxnSpPr>
          <p:spPr>
            <a:xfrm>
              <a:off x="4790661" y="2266122"/>
              <a:ext cx="1918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3428B198-0637-4F15-900F-6709BFE4BDEA}"/>
                </a:ext>
              </a:extLst>
            </p:cNvPr>
            <p:cNvCxnSpPr/>
            <p:nvPr userDrawn="1"/>
          </p:nvCxnSpPr>
          <p:spPr>
            <a:xfrm>
              <a:off x="4790661" y="3692387"/>
              <a:ext cx="1918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7F29A1B0-F4AB-4243-979A-50FADE3330EA}"/>
                </a:ext>
              </a:extLst>
            </p:cNvPr>
            <p:cNvCxnSpPr/>
            <p:nvPr userDrawn="1"/>
          </p:nvCxnSpPr>
          <p:spPr>
            <a:xfrm>
              <a:off x="4790661" y="5118652"/>
              <a:ext cx="1918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cxnSp>
        <p:nvCxnSpPr>
          <p:cNvPr id="24" name="Straight Connector 23">
            <a:extLst>
              <a:ext uri="{FF2B5EF4-FFF2-40B4-BE49-F238E27FC236}">
                <a16:creationId xmlns:a16="http://schemas.microsoft.com/office/drawing/2014/main" id="{0C61EA57-B8EA-4589-A9DD-E25F300D5AFD}"/>
              </a:ext>
            </a:extLst>
          </p:cNvPr>
          <p:cNvCxnSpPr/>
          <p:nvPr userDrawn="1"/>
        </p:nvCxnSpPr>
        <p:spPr>
          <a:xfrm>
            <a:off x="4790661" y="6917634"/>
            <a:ext cx="1918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8" name="Group 27">
            <a:extLst>
              <a:ext uri="{FF2B5EF4-FFF2-40B4-BE49-F238E27FC236}">
                <a16:creationId xmlns:a16="http://schemas.microsoft.com/office/drawing/2014/main" id="{F894F998-0FDF-4CA2-802E-4FCFA7674171}"/>
              </a:ext>
            </a:extLst>
          </p:cNvPr>
          <p:cNvGrpSpPr/>
          <p:nvPr userDrawn="1"/>
        </p:nvGrpSpPr>
        <p:grpSpPr>
          <a:xfrm>
            <a:off x="7090100" y="2462886"/>
            <a:ext cx="4801862" cy="2689468"/>
            <a:chOff x="4790661" y="2266122"/>
            <a:chExt cx="1918252" cy="2852530"/>
          </a:xfrm>
        </p:grpSpPr>
        <p:cxnSp>
          <p:nvCxnSpPr>
            <p:cNvPr id="33" name="Straight Connector 32">
              <a:extLst>
                <a:ext uri="{FF2B5EF4-FFF2-40B4-BE49-F238E27FC236}">
                  <a16:creationId xmlns:a16="http://schemas.microsoft.com/office/drawing/2014/main" id="{C1F0C0C8-87C4-49FB-B35B-E937E9D0BEC5}"/>
                </a:ext>
              </a:extLst>
            </p:cNvPr>
            <p:cNvCxnSpPr/>
            <p:nvPr userDrawn="1"/>
          </p:nvCxnSpPr>
          <p:spPr>
            <a:xfrm>
              <a:off x="4790661" y="2266122"/>
              <a:ext cx="1918252"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4857C5D3-7E33-4894-8AC3-0FD1BEB12F40}"/>
                </a:ext>
              </a:extLst>
            </p:cNvPr>
            <p:cNvCxnSpPr/>
            <p:nvPr userDrawn="1"/>
          </p:nvCxnSpPr>
          <p:spPr>
            <a:xfrm>
              <a:off x="4790661" y="3692387"/>
              <a:ext cx="1918252"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100BA9F8-92BF-42F0-BD46-D9B7E7422F75}"/>
                </a:ext>
              </a:extLst>
            </p:cNvPr>
            <p:cNvCxnSpPr/>
            <p:nvPr userDrawn="1"/>
          </p:nvCxnSpPr>
          <p:spPr>
            <a:xfrm>
              <a:off x="4790661" y="5118652"/>
              <a:ext cx="1918252"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
        <p:nvSpPr>
          <p:cNvPr id="39" name="Text Placeholder 39">
            <a:extLst>
              <a:ext uri="{FF2B5EF4-FFF2-40B4-BE49-F238E27FC236}">
                <a16:creationId xmlns:a16="http://schemas.microsoft.com/office/drawing/2014/main" id="{9760B601-DCBC-47C8-95BE-A5DFCCBAD096}"/>
              </a:ext>
            </a:extLst>
          </p:cNvPr>
          <p:cNvSpPr>
            <a:spLocks noGrp="1"/>
          </p:cNvSpPr>
          <p:nvPr>
            <p:ph type="body" sz="quarter" idx="20" hasCustomPrompt="1"/>
          </p:nvPr>
        </p:nvSpPr>
        <p:spPr>
          <a:xfrm>
            <a:off x="7166507" y="1463643"/>
            <a:ext cx="4725455" cy="758822"/>
          </a:xfrm>
        </p:spPr>
        <p:txBody>
          <a:bodyPr anchor="ctr">
            <a:noAutofit/>
          </a:bodyPr>
          <a:lstStyle>
            <a:lvl1pPr marL="0" indent="0" algn="l">
              <a:buNone/>
              <a:defRPr sz="1800">
                <a:solidFill>
                  <a:schemeClr val="tx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0" name="Text Placeholder 39">
            <a:extLst>
              <a:ext uri="{FF2B5EF4-FFF2-40B4-BE49-F238E27FC236}">
                <a16:creationId xmlns:a16="http://schemas.microsoft.com/office/drawing/2014/main" id="{179CBA0C-6465-4209-AF3F-548A57F20CE8}"/>
              </a:ext>
            </a:extLst>
          </p:cNvPr>
          <p:cNvSpPr>
            <a:spLocks noGrp="1"/>
          </p:cNvSpPr>
          <p:nvPr>
            <p:ph type="body" sz="quarter" idx="21" hasCustomPrompt="1"/>
          </p:nvPr>
        </p:nvSpPr>
        <p:spPr>
          <a:xfrm>
            <a:off x="7166507" y="2741755"/>
            <a:ext cx="4725455" cy="758822"/>
          </a:xfrm>
        </p:spPr>
        <p:txBody>
          <a:bodyPr anchor="ctr">
            <a:noAutofit/>
          </a:bodyPr>
          <a:lstStyle>
            <a:lvl1pPr marL="0" indent="0" algn="l">
              <a:buNone/>
              <a:defRPr sz="1800">
                <a:solidFill>
                  <a:schemeClr val="tx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1" name="Text Placeholder 39">
            <a:extLst>
              <a:ext uri="{FF2B5EF4-FFF2-40B4-BE49-F238E27FC236}">
                <a16:creationId xmlns:a16="http://schemas.microsoft.com/office/drawing/2014/main" id="{99852211-6BD9-4B69-BBC9-F2181F272D23}"/>
              </a:ext>
            </a:extLst>
          </p:cNvPr>
          <p:cNvSpPr>
            <a:spLocks noGrp="1"/>
          </p:cNvSpPr>
          <p:nvPr>
            <p:ph type="body" sz="quarter" idx="22" hasCustomPrompt="1"/>
          </p:nvPr>
        </p:nvSpPr>
        <p:spPr>
          <a:xfrm>
            <a:off x="7166507" y="4069997"/>
            <a:ext cx="4725455" cy="758822"/>
          </a:xfrm>
        </p:spPr>
        <p:txBody>
          <a:bodyPr anchor="ctr">
            <a:noAutofit/>
          </a:bodyPr>
          <a:lstStyle>
            <a:lvl1pPr marL="0" indent="0" algn="l">
              <a:buNone/>
              <a:defRPr sz="1800">
                <a:solidFill>
                  <a:schemeClr val="tx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2" name="Text Placeholder 39">
            <a:extLst>
              <a:ext uri="{FF2B5EF4-FFF2-40B4-BE49-F238E27FC236}">
                <a16:creationId xmlns:a16="http://schemas.microsoft.com/office/drawing/2014/main" id="{EEF11D65-7095-41D2-9630-E2EB44552E58}"/>
              </a:ext>
            </a:extLst>
          </p:cNvPr>
          <p:cNvSpPr>
            <a:spLocks noGrp="1"/>
          </p:cNvSpPr>
          <p:nvPr>
            <p:ph type="body" sz="quarter" idx="23" hasCustomPrompt="1"/>
          </p:nvPr>
        </p:nvSpPr>
        <p:spPr>
          <a:xfrm>
            <a:off x="7166507" y="5394355"/>
            <a:ext cx="4725455" cy="758822"/>
          </a:xfrm>
        </p:spPr>
        <p:txBody>
          <a:bodyPr anchor="ctr">
            <a:noAutofit/>
          </a:bodyPr>
          <a:lstStyle>
            <a:lvl1pPr marL="0" indent="0" algn="l">
              <a:buNone/>
              <a:defRPr sz="1800">
                <a:solidFill>
                  <a:schemeClr val="tx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3" name="Picture Placeholder 33">
            <a:extLst>
              <a:ext uri="{FF2B5EF4-FFF2-40B4-BE49-F238E27FC236}">
                <a16:creationId xmlns:a16="http://schemas.microsoft.com/office/drawing/2014/main" id="{1644FD94-AD03-4C4F-A1A5-085DD8F56646}"/>
              </a:ext>
            </a:extLst>
          </p:cNvPr>
          <p:cNvSpPr>
            <a:spLocks noGrp="1"/>
          </p:cNvSpPr>
          <p:nvPr>
            <p:ph type="pic" sz="quarter" idx="13"/>
          </p:nvPr>
        </p:nvSpPr>
        <p:spPr>
          <a:xfrm>
            <a:off x="5227571" y="1437538"/>
            <a:ext cx="1147325" cy="811033"/>
          </a:xfrm>
        </p:spPr>
        <p:txBody>
          <a:bodyPr>
            <a:normAutofit/>
          </a:bodyPr>
          <a:lstStyle>
            <a:lvl1pPr marL="0" indent="0" algn="ctr">
              <a:buNone/>
              <a:defRPr sz="1600">
                <a:solidFill>
                  <a:schemeClr val="bg1"/>
                </a:solidFill>
              </a:defRPr>
            </a:lvl1pPr>
          </a:lstStyle>
          <a:p>
            <a:r>
              <a:rPr lang="en-US"/>
              <a:t>Click icon to add picture</a:t>
            </a:r>
            <a:endParaRPr lang="en-US" dirty="0"/>
          </a:p>
        </p:txBody>
      </p:sp>
      <p:sp>
        <p:nvSpPr>
          <p:cNvPr id="44" name="Picture Placeholder 33">
            <a:extLst>
              <a:ext uri="{FF2B5EF4-FFF2-40B4-BE49-F238E27FC236}">
                <a16:creationId xmlns:a16="http://schemas.microsoft.com/office/drawing/2014/main" id="{9A1BE0BE-1FFD-445C-B6BA-E4A602D22112}"/>
              </a:ext>
            </a:extLst>
          </p:cNvPr>
          <p:cNvSpPr>
            <a:spLocks noGrp="1"/>
          </p:cNvSpPr>
          <p:nvPr>
            <p:ph type="pic" sz="quarter" idx="24"/>
          </p:nvPr>
        </p:nvSpPr>
        <p:spPr>
          <a:xfrm>
            <a:off x="5227571" y="2715650"/>
            <a:ext cx="1147325" cy="811033"/>
          </a:xfrm>
        </p:spPr>
        <p:txBody>
          <a:bodyPr>
            <a:normAutofit/>
          </a:bodyPr>
          <a:lstStyle>
            <a:lvl1pPr marL="0" indent="0" algn="ctr">
              <a:buNone/>
              <a:defRPr sz="1600">
                <a:solidFill>
                  <a:schemeClr val="bg1"/>
                </a:solidFill>
              </a:defRPr>
            </a:lvl1pPr>
          </a:lstStyle>
          <a:p>
            <a:r>
              <a:rPr lang="en-US"/>
              <a:t>Click icon to add picture</a:t>
            </a:r>
            <a:endParaRPr lang="en-US" dirty="0"/>
          </a:p>
        </p:txBody>
      </p:sp>
      <p:sp>
        <p:nvSpPr>
          <p:cNvPr id="45" name="Picture Placeholder 33">
            <a:extLst>
              <a:ext uri="{FF2B5EF4-FFF2-40B4-BE49-F238E27FC236}">
                <a16:creationId xmlns:a16="http://schemas.microsoft.com/office/drawing/2014/main" id="{B577AF17-6C7E-48B9-B267-0874B232A710}"/>
              </a:ext>
            </a:extLst>
          </p:cNvPr>
          <p:cNvSpPr>
            <a:spLocks noGrp="1"/>
          </p:cNvSpPr>
          <p:nvPr>
            <p:ph type="pic" sz="quarter" idx="25"/>
          </p:nvPr>
        </p:nvSpPr>
        <p:spPr>
          <a:xfrm>
            <a:off x="5227571" y="4043892"/>
            <a:ext cx="1147325" cy="811033"/>
          </a:xfrm>
        </p:spPr>
        <p:txBody>
          <a:bodyPr>
            <a:normAutofit/>
          </a:bodyPr>
          <a:lstStyle>
            <a:lvl1pPr marL="0" indent="0" algn="ctr">
              <a:buNone/>
              <a:defRPr sz="1600">
                <a:solidFill>
                  <a:schemeClr val="bg1"/>
                </a:solidFill>
              </a:defRPr>
            </a:lvl1pPr>
          </a:lstStyle>
          <a:p>
            <a:r>
              <a:rPr lang="en-US"/>
              <a:t>Click icon to add picture</a:t>
            </a:r>
            <a:endParaRPr lang="en-US" dirty="0"/>
          </a:p>
        </p:txBody>
      </p:sp>
      <p:sp>
        <p:nvSpPr>
          <p:cNvPr id="46" name="Picture Placeholder 33">
            <a:extLst>
              <a:ext uri="{FF2B5EF4-FFF2-40B4-BE49-F238E27FC236}">
                <a16:creationId xmlns:a16="http://schemas.microsoft.com/office/drawing/2014/main" id="{98A01AB1-3434-46C7-B1B3-90AFD4B1799F}"/>
              </a:ext>
            </a:extLst>
          </p:cNvPr>
          <p:cNvSpPr>
            <a:spLocks noGrp="1"/>
          </p:cNvSpPr>
          <p:nvPr>
            <p:ph type="pic" sz="quarter" idx="26"/>
          </p:nvPr>
        </p:nvSpPr>
        <p:spPr>
          <a:xfrm>
            <a:off x="5227571" y="5368250"/>
            <a:ext cx="1147325" cy="811033"/>
          </a:xfrm>
        </p:spPr>
        <p:txBody>
          <a:bodyPr>
            <a:normAutofit/>
          </a:bodyPr>
          <a:lstStyle>
            <a:lvl1pPr marL="0" indent="0" algn="ctr">
              <a:buNone/>
              <a:defRPr sz="1600">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272809251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9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B3C88-F13B-4B5F-920D-B4EFFAA592E5}"/>
              </a:ext>
            </a:extLst>
          </p:cNvPr>
          <p:cNvSpPr>
            <a:spLocks noGrp="1"/>
          </p:cNvSpPr>
          <p:nvPr>
            <p:ph type="title"/>
          </p:nvPr>
        </p:nvSpPr>
        <p:spPr>
          <a:xfrm>
            <a:off x="371475" y="260351"/>
            <a:ext cx="11520488" cy="758824"/>
          </a:xfrm>
        </p:spPr>
        <p:txBody>
          <a:bodyPr/>
          <a:lstStyle/>
          <a:p>
            <a:r>
              <a:rPr lang="en-US"/>
              <a:t>Click to edit Master title style</a:t>
            </a:r>
            <a:endParaRPr lang="en-US" dirty="0"/>
          </a:p>
        </p:txBody>
      </p:sp>
      <p:sp>
        <p:nvSpPr>
          <p:cNvPr id="17" name="Slide Number Placeholder 4">
            <a:extLst>
              <a:ext uri="{FF2B5EF4-FFF2-40B4-BE49-F238E27FC236}">
                <a16:creationId xmlns:a16="http://schemas.microsoft.com/office/drawing/2014/main" id="{76336E3A-55EE-4423-B1AA-7489CA988813}"/>
              </a:ext>
            </a:extLst>
          </p:cNvPr>
          <p:cNvSpPr>
            <a:spLocks noGrp="1"/>
          </p:cNvSpPr>
          <p:nvPr>
            <p:ph type="sldNum" sz="quarter" idx="12"/>
          </p:nvPr>
        </p:nvSpPr>
        <p:spPr>
          <a:xfrm>
            <a:off x="11518900" y="6581978"/>
            <a:ext cx="373062" cy="206104"/>
          </a:xfrm>
        </p:spPr>
        <p:txBody>
          <a:bodyPr/>
          <a:lstStyle/>
          <a:p>
            <a:fld id="{03DC2DEF-D2FE-4B45-ABA4-9F153FD1C98A}" type="slidenum">
              <a:rPr lang="en-US" smtClean="0"/>
              <a:t>‹#›</a:t>
            </a:fld>
            <a:endParaRPr lang="en-US" dirty="0"/>
          </a:p>
        </p:txBody>
      </p:sp>
      <p:cxnSp>
        <p:nvCxnSpPr>
          <p:cNvPr id="24" name="Straight Connector 23">
            <a:extLst>
              <a:ext uri="{FF2B5EF4-FFF2-40B4-BE49-F238E27FC236}">
                <a16:creationId xmlns:a16="http://schemas.microsoft.com/office/drawing/2014/main" id="{0C61EA57-B8EA-4589-A9DD-E25F300D5AFD}"/>
              </a:ext>
            </a:extLst>
          </p:cNvPr>
          <p:cNvCxnSpPr/>
          <p:nvPr userDrawn="1"/>
        </p:nvCxnSpPr>
        <p:spPr>
          <a:xfrm>
            <a:off x="4790661" y="6917634"/>
            <a:ext cx="1918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1DD2DC66-11E4-4714-A8DE-E8AC34D49655}"/>
              </a:ext>
            </a:extLst>
          </p:cNvPr>
          <p:cNvSpPr/>
          <p:nvPr userDrawn="1"/>
        </p:nvSpPr>
        <p:spPr>
          <a:xfrm>
            <a:off x="371475" y="1233488"/>
            <a:ext cx="2293200" cy="24276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EAF541B1-4F4B-40BC-BF0B-B80864399D0C}"/>
              </a:ext>
            </a:extLst>
          </p:cNvPr>
          <p:cNvSpPr/>
          <p:nvPr userDrawn="1"/>
        </p:nvSpPr>
        <p:spPr>
          <a:xfrm>
            <a:off x="371475" y="3773172"/>
            <a:ext cx="2293200" cy="24276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25">
            <a:extLst>
              <a:ext uri="{FF2B5EF4-FFF2-40B4-BE49-F238E27FC236}">
                <a16:creationId xmlns:a16="http://schemas.microsoft.com/office/drawing/2014/main" id="{DB837A4A-8DA3-4F45-9468-2C7DE5B35803}"/>
              </a:ext>
            </a:extLst>
          </p:cNvPr>
          <p:cNvSpPr/>
          <p:nvPr userDrawn="1"/>
        </p:nvSpPr>
        <p:spPr>
          <a:xfrm>
            <a:off x="6170635" y="1233487"/>
            <a:ext cx="2294237" cy="242760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39CA034F-F360-4CF5-B944-C16768254C5A}"/>
              </a:ext>
            </a:extLst>
          </p:cNvPr>
          <p:cNvSpPr/>
          <p:nvPr userDrawn="1"/>
        </p:nvSpPr>
        <p:spPr>
          <a:xfrm>
            <a:off x="6170635" y="3773171"/>
            <a:ext cx="2294237" cy="2427601"/>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Picture Placeholder 33">
            <a:extLst>
              <a:ext uri="{FF2B5EF4-FFF2-40B4-BE49-F238E27FC236}">
                <a16:creationId xmlns:a16="http://schemas.microsoft.com/office/drawing/2014/main" id="{1644FD94-AD03-4C4F-A1A5-085DD8F56646}"/>
              </a:ext>
            </a:extLst>
          </p:cNvPr>
          <p:cNvSpPr>
            <a:spLocks noGrp="1"/>
          </p:cNvSpPr>
          <p:nvPr>
            <p:ph type="pic" sz="quarter" idx="13"/>
          </p:nvPr>
        </p:nvSpPr>
        <p:spPr>
          <a:xfrm>
            <a:off x="615473" y="1713955"/>
            <a:ext cx="1805204" cy="1466666"/>
          </a:xfrm>
        </p:spPr>
        <p:txBody>
          <a:bodyPr>
            <a:normAutofit/>
          </a:bodyPr>
          <a:lstStyle>
            <a:lvl1pPr marL="0" indent="0" algn="ctr">
              <a:buNone/>
              <a:defRPr sz="1600">
                <a:solidFill>
                  <a:schemeClr val="bg1"/>
                </a:solidFill>
              </a:defRPr>
            </a:lvl1pPr>
          </a:lstStyle>
          <a:p>
            <a:r>
              <a:rPr lang="en-US"/>
              <a:t>Click icon to add picture</a:t>
            </a:r>
            <a:endParaRPr lang="en-US" dirty="0"/>
          </a:p>
        </p:txBody>
      </p:sp>
      <p:sp>
        <p:nvSpPr>
          <p:cNvPr id="32" name="Rectangle 31">
            <a:extLst>
              <a:ext uri="{FF2B5EF4-FFF2-40B4-BE49-F238E27FC236}">
                <a16:creationId xmlns:a16="http://schemas.microsoft.com/office/drawing/2014/main" id="{ECA01639-D8FA-4F18-8FE5-E923F5A1BB48}"/>
              </a:ext>
            </a:extLst>
          </p:cNvPr>
          <p:cNvSpPr/>
          <p:nvPr userDrawn="1"/>
        </p:nvSpPr>
        <p:spPr>
          <a:xfrm>
            <a:off x="2730561" y="1233488"/>
            <a:ext cx="3342248" cy="24276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a:extLst>
              <a:ext uri="{FF2B5EF4-FFF2-40B4-BE49-F238E27FC236}">
                <a16:creationId xmlns:a16="http://schemas.microsoft.com/office/drawing/2014/main" id="{AF02D09E-3C25-405E-BF24-A884A07C224A}"/>
              </a:ext>
            </a:extLst>
          </p:cNvPr>
          <p:cNvSpPr/>
          <p:nvPr userDrawn="1"/>
        </p:nvSpPr>
        <p:spPr>
          <a:xfrm>
            <a:off x="2730561" y="3773171"/>
            <a:ext cx="3342248" cy="24276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Text Placeholder 39">
            <a:extLst>
              <a:ext uri="{FF2B5EF4-FFF2-40B4-BE49-F238E27FC236}">
                <a16:creationId xmlns:a16="http://schemas.microsoft.com/office/drawing/2014/main" id="{9760B601-DCBC-47C8-95BE-A5DFCCBAD096}"/>
              </a:ext>
            </a:extLst>
          </p:cNvPr>
          <p:cNvSpPr>
            <a:spLocks noGrp="1"/>
          </p:cNvSpPr>
          <p:nvPr>
            <p:ph type="body" sz="quarter" idx="20" hasCustomPrompt="1"/>
          </p:nvPr>
        </p:nvSpPr>
        <p:spPr>
          <a:xfrm>
            <a:off x="2900245" y="1460126"/>
            <a:ext cx="3002880" cy="1974324"/>
          </a:xfrm>
        </p:spPr>
        <p:txBody>
          <a:bodyPr anchor="ctr">
            <a:noAutofit/>
          </a:bodyPr>
          <a:lstStyle>
            <a:lvl1pPr marL="0" indent="0" algn="l">
              <a:buNone/>
              <a:defRPr sz="1800">
                <a:solidFill>
                  <a:schemeClr val="tx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35" name="Text Placeholder 39">
            <a:extLst>
              <a:ext uri="{FF2B5EF4-FFF2-40B4-BE49-F238E27FC236}">
                <a16:creationId xmlns:a16="http://schemas.microsoft.com/office/drawing/2014/main" id="{33BDF68D-A417-4526-95BD-83DC0A4FA5B1}"/>
              </a:ext>
            </a:extLst>
          </p:cNvPr>
          <p:cNvSpPr>
            <a:spLocks noGrp="1"/>
          </p:cNvSpPr>
          <p:nvPr>
            <p:ph type="body" sz="quarter" idx="27" hasCustomPrompt="1"/>
          </p:nvPr>
        </p:nvSpPr>
        <p:spPr>
          <a:xfrm>
            <a:off x="2900245" y="3999809"/>
            <a:ext cx="3002880" cy="1974324"/>
          </a:xfrm>
        </p:spPr>
        <p:txBody>
          <a:bodyPr anchor="ctr">
            <a:noAutofit/>
          </a:bodyPr>
          <a:lstStyle>
            <a:lvl1pPr marL="0" indent="0" algn="l">
              <a:buNone/>
              <a:defRPr sz="1800">
                <a:solidFill>
                  <a:schemeClr val="tx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36" name="Rectangle 35">
            <a:extLst>
              <a:ext uri="{FF2B5EF4-FFF2-40B4-BE49-F238E27FC236}">
                <a16:creationId xmlns:a16="http://schemas.microsoft.com/office/drawing/2014/main" id="{1C6F0F84-9668-4EA8-A3F5-3AD5AED3EFDD}"/>
              </a:ext>
            </a:extLst>
          </p:cNvPr>
          <p:cNvSpPr/>
          <p:nvPr userDrawn="1"/>
        </p:nvSpPr>
        <p:spPr>
          <a:xfrm>
            <a:off x="8549714" y="1233488"/>
            <a:ext cx="3342248" cy="24276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Rectangle 46">
            <a:extLst>
              <a:ext uri="{FF2B5EF4-FFF2-40B4-BE49-F238E27FC236}">
                <a16:creationId xmlns:a16="http://schemas.microsoft.com/office/drawing/2014/main" id="{19CCCFCB-4EAD-47A3-8F4A-307EE022DD53}"/>
              </a:ext>
            </a:extLst>
          </p:cNvPr>
          <p:cNvSpPr/>
          <p:nvPr userDrawn="1"/>
        </p:nvSpPr>
        <p:spPr>
          <a:xfrm>
            <a:off x="8549714" y="3773171"/>
            <a:ext cx="3342248" cy="24276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 name="Text Placeholder 39">
            <a:extLst>
              <a:ext uri="{FF2B5EF4-FFF2-40B4-BE49-F238E27FC236}">
                <a16:creationId xmlns:a16="http://schemas.microsoft.com/office/drawing/2014/main" id="{058CD71F-A7E3-4F68-ADE3-4E6B1BAE3129}"/>
              </a:ext>
            </a:extLst>
          </p:cNvPr>
          <p:cNvSpPr>
            <a:spLocks noGrp="1"/>
          </p:cNvSpPr>
          <p:nvPr>
            <p:ph type="body" sz="quarter" idx="28" hasCustomPrompt="1"/>
          </p:nvPr>
        </p:nvSpPr>
        <p:spPr>
          <a:xfrm>
            <a:off x="8719398" y="1460126"/>
            <a:ext cx="3002880" cy="1974324"/>
          </a:xfrm>
        </p:spPr>
        <p:txBody>
          <a:bodyPr anchor="ctr">
            <a:noAutofit/>
          </a:bodyPr>
          <a:lstStyle>
            <a:lvl1pPr marL="0" indent="0" algn="l">
              <a:buNone/>
              <a:defRPr sz="1800">
                <a:solidFill>
                  <a:schemeClr val="tx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50" name="Text Placeholder 39">
            <a:extLst>
              <a:ext uri="{FF2B5EF4-FFF2-40B4-BE49-F238E27FC236}">
                <a16:creationId xmlns:a16="http://schemas.microsoft.com/office/drawing/2014/main" id="{6EC40EC2-3775-4AF2-965D-0235107D8342}"/>
              </a:ext>
            </a:extLst>
          </p:cNvPr>
          <p:cNvSpPr>
            <a:spLocks noGrp="1"/>
          </p:cNvSpPr>
          <p:nvPr>
            <p:ph type="body" sz="quarter" idx="29" hasCustomPrompt="1"/>
          </p:nvPr>
        </p:nvSpPr>
        <p:spPr>
          <a:xfrm>
            <a:off x="8719398" y="3999809"/>
            <a:ext cx="3002880" cy="1974324"/>
          </a:xfrm>
        </p:spPr>
        <p:txBody>
          <a:bodyPr anchor="ctr">
            <a:noAutofit/>
          </a:bodyPr>
          <a:lstStyle>
            <a:lvl1pPr marL="0" indent="0" algn="l">
              <a:buNone/>
              <a:defRPr sz="1800">
                <a:solidFill>
                  <a:schemeClr val="tx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51" name="Picture Placeholder 33">
            <a:extLst>
              <a:ext uri="{FF2B5EF4-FFF2-40B4-BE49-F238E27FC236}">
                <a16:creationId xmlns:a16="http://schemas.microsoft.com/office/drawing/2014/main" id="{F196EA03-E36C-4E2A-A82F-8FA76EC2DBFC}"/>
              </a:ext>
            </a:extLst>
          </p:cNvPr>
          <p:cNvSpPr>
            <a:spLocks noGrp="1"/>
          </p:cNvSpPr>
          <p:nvPr>
            <p:ph type="pic" sz="quarter" idx="30"/>
          </p:nvPr>
        </p:nvSpPr>
        <p:spPr>
          <a:xfrm>
            <a:off x="615473" y="4253638"/>
            <a:ext cx="1805204" cy="1466666"/>
          </a:xfrm>
        </p:spPr>
        <p:txBody>
          <a:bodyPr>
            <a:normAutofit/>
          </a:bodyPr>
          <a:lstStyle>
            <a:lvl1pPr marL="0" indent="0" algn="ctr">
              <a:buNone/>
              <a:defRPr sz="1600">
                <a:solidFill>
                  <a:schemeClr val="bg1"/>
                </a:solidFill>
              </a:defRPr>
            </a:lvl1pPr>
          </a:lstStyle>
          <a:p>
            <a:r>
              <a:rPr lang="en-US"/>
              <a:t>Click icon to add picture</a:t>
            </a:r>
            <a:endParaRPr lang="en-US" dirty="0"/>
          </a:p>
        </p:txBody>
      </p:sp>
      <p:sp>
        <p:nvSpPr>
          <p:cNvPr id="52" name="Picture Placeholder 33">
            <a:extLst>
              <a:ext uri="{FF2B5EF4-FFF2-40B4-BE49-F238E27FC236}">
                <a16:creationId xmlns:a16="http://schemas.microsoft.com/office/drawing/2014/main" id="{9A754FAD-4B3A-4A76-9F0D-84DA72FD822B}"/>
              </a:ext>
            </a:extLst>
          </p:cNvPr>
          <p:cNvSpPr>
            <a:spLocks noGrp="1"/>
          </p:cNvSpPr>
          <p:nvPr>
            <p:ph type="pic" sz="quarter" idx="31"/>
          </p:nvPr>
        </p:nvSpPr>
        <p:spPr>
          <a:xfrm>
            <a:off x="6415151" y="4253638"/>
            <a:ext cx="1805204" cy="1466666"/>
          </a:xfrm>
        </p:spPr>
        <p:txBody>
          <a:bodyPr>
            <a:normAutofit/>
          </a:bodyPr>
          <a:lstStyle>
            <a:lvl1pPr marL="0" indent="0" algn="ctr">
              <a:buNone/>
              <a:defRPr sz="1600">
                <a:solidFill>
                  <a:schemeClr val="bg1"/>
                </a:solidFill>
              </a:defRPr>
            </a:lvl1pPr>
          </a:lstStyle>
          <a:p>
            <a:r>
              <a:rPr lang="en-US"/>
              <a:t>Click icon to add picture</a:t>
            </a:r>
            <a:endParaRPr lang="en-US" dirty="0"/>
          </a:p>
        </p:txBody>
      </p:sp>
      <p:sp>
        <p:nvSpPr>
          <p:cNvPr id="53" name="Picture Placeholder 33">
            <a:extLst>
              <a:ext uri="{FF2B5EF4-FFF2-40B4-BE49-F238E27FC236}">
                <a16:creationId xmlns:a16="http://schemas.microsoft.com/office/drawing/2014/main" id="{7A45718F-1012-47C4-BF29-7462E5C6CB90}"/>
              </a:ext>
            </a:extLst>
          </p:cNvPr>
          <p:cNvSpPr>
            <a:spLocks noGrp="1"/>
          </p:cNvSpPr>
          <p:nvPr>
            <p:ph type="pic" sz="quarter" idx="32"/>
          </p:nvPr>
        </p:nvSpPr>
        <p:spPr>
          <a:xfrm>
            <a:off x="6415151" y="1713954"/>
            <a:ext cx="1805204" cy="1466666"/>
          </a:xfrm>
        </p:spPr>
        <p:txBody>
          <a:bodyPr>
            <a:normAutofit/>
          </a:bodyPr>
          <a:lstStyle>
            <a:lvl1pPr marL="0" indent="0" algn="ctr">
              <a:buNone/>
              <a:defRPr sz="1600">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62773224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0_Title Only">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DD2DC66-11E4-4714-A8DE-E8AC34D49655}"/>
              </a:ext>
            </a:extLst>
          </p:cNvPr>
          <p:cNvSpPr/>
          <p:nvPr userDrawn="1"/>
        </p:nvSpPr>
        <p:spPr>
          <a:xfrm>
            <a:off x="371474" y="1660868"/>
            <a:ext cx="2686613" cy="24276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8CD9ECBB-3A0A-409C-B1C0-C8F4C3087894}"/>
              </a:ext>
            </a:extLst>
          </p:cNvPr>
          <p:cNvSpPr/>
          <p:nvPr userDrawn="1"/>
        </p:nvSpPr>
        <p:spPr>
          <a:xfrm>
            <a:off x="3316099" y="1660868"/>
            <a:ext cx="2686613" cy="24276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6FB4FA2C-0414-484D-95CD-C5E17E33E238}"/>
              </a:ext>
            </a:extLst>
          </p:cNvPr>
          <p:cNvSpPr/>
          <p:nvPr userDrawn="1"/>
        </p:nvSpPr>
        <p:spPr>
          <a:xfrm>
            <a:off x="6260723" y="1660868"/>
            <a:ext cx="2686613" cy="242760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8D0DE753-6478-4950-8F99-15952FCB6521}"/>
              </a:ext>
            </a:extLst>
          </p:cNvPr>
          <p:cNvSpPr/>
          <p:nvPr userDrawn="1"/>
        </p:nvSpPr>
        <p:spPr>
          <a:xfrm>
            <a:off x="9205348" y="1660868"/>
            <a:ext cx="2686613" cy="2427601"/>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ADB3C88-F13B-4B5F-920D-B4EFFAA592E5}"/>
              </a:ext>
            </a:extLst>
          </p:cNvPr>
          <p:cNvSpPr>
            <a:spLocks noGrp="1"/>
          </p:cNvSpPr>
          <p:nvPr>
            <p:ph type="title"/>
          </p:nvPr>
        </p:nvSpPr>
        <p:spPr>
          <a:xfrm>
            <a:off x="371475" y="260351"/>
            <a:ext cx="11520488" cy="758824"/>
          </a:xfrm>
        </p:spPr>
        <p:txBody>
          <a:bodyPr/>
          <a:lstStyle/>
          <a:p>
            <a:r>
              <a:rPr lang="en-US"/>
              <a:t>Click to edit Master title style</a:t>
            </a:r>
            <a:endParaRPr lang="en-US" dirty="0"/>
          </a:p>
        </p:txBody>
      </p:sp>
      <p:sp>
        <p:nvSpPr>
          <p:cNvPr id="17" name="Slide Number Placeholder 4">
            <a:extLst>
              <a:ext uri="{FF2B5EF4-FFF2-40B4-BE49-F238E27FC236}">
                <a16:creationId xmlns:a16="http://schemas.microsoft.com/office/drawing/2014/main" id="{76336E3A-55EE-4423-B1AA-7489CA988813}"/>
              </a:ext>
            </a:extLst>
          </p:cNvPr>
          <p:cNvSpPr>
            <a:spLocks noGrp="1"/>
          </p:cNvSpPr>
          <p:nvPr>
            <p:ph type="sldNum" sz="quarter" idx="12"/>
          </p:nvPr>
        </p:nvSpPr>
        <p:spPr>
          <a:xfrm>
            <a:off x="11518900" y="6581978"/>
            <a:ext cx="373062" cy="206104"/>
          </a:xfrm>
        </p:spPr>
        <p:txBody>
          <a:bodyPr/>
          <a:lstStyle/>
          <a:p>
            <a:fld id="{03DC2DEF-D2FE-4B45-ABA4-9F153FD1C98A}" type="slidenum">
              <a:rPr lang="en-US" smtClean="0"/>
              <a:t>‹#›</a:t>
            </a:fld>
            <a:endParaRPr lang="en-US" dirty="0"/>
          </a:p>
        </p:txBody>
      </p:sp>
      <p:cxnSp>
        <p:nvCxnSpPr>
          <p:cNvPr id="24" name="Straight Connector 23">
            <a:extLst>
              <a:ext uri="{FF2B5EF4-FFF2-40B4-BE49-F238E27FC236}">
                <a16:creationId xmlns:a16="http://schemas.microsoft.com/office/drawing/2014/main" id="{0C61EA57-B8EA-4589-A9DD-E25F300D5AFD}"/>
              </a:ext>
            </a:extLst>
          </p:cNvPr>
          <p:cNvCxnSpPr/>
          <p:nvPr userDrawn="1"/>
        </p:nvCxnSpPr>
        <p:spPr>
          <a:xfrm>
            <a:off x="4790661" y="6917634"/>
            <a:ext cx="1918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3" name="Picture Placeholder 33">
            <a:extLst>
              <a:ext uri="{FF2B5EF4-FFF2-40B4-BE49-F238E27FC236}">
                <a16:creationId xmlns:a16="http://schemas.microsoft.com/office/drawing/2014/main" id="{1644FD94-AD03-4C4F-A1A5-085DD8F56646}"/>
              </a:ext>
            </a:extLst>
          </p:cNvPr>
          <p:cNvSpPr>
            <a:spLocks noGrp="1"/>
          </p:cNvSpPr>
          <p:nvPr>
            <p:ph type="pic" sz="quarter" idx="13"/>
          </p:nvPr>
        </p:nvSpPr>
        <p:spPr>
          <a:xfrm>
            <a:off x="467420" y="1761485"/>
            <a:ext cx="2494721" cy="2226366"/>
          </a:xfrm>
        </p:spPr>
        <p:txBody>
          <a:bodyPr>
            <a:normAutofit/>
          </a:bodyPr>
          <a:lstStyle>
            <a:lvl1pPr marL="0" indent="0" algn="ctr">
              <a:buNone/>
              <a:defRPr sz="1600">
                <a:solidFill>
                  <a:schemeClr val="bg1"/>
                </a:solidFill>
              </a:defRPr>
            </a:lvl1pPr>
          </a:lstStyle>
          <a:p>
            <a:r>
              <a:rPr lang="en-US"/>
              <a:t>Click icon to add picture</a:t>
            </a:r>
            <a:endParaRPr lang="en-US" dirty="0"/>
          </a:p>
        </p:txBody>
      </p:sp>
      <p:sp>
        <p:nvSpPr>
          <p:cNvPr id="28" name="Picture Placeholder 33">
            <a:extLst>
              <a:ext uri="{FF2B5EF4-FFF2-40B4-BE49-F238E27FC236}">
                <a16:creationId xmlns:a16="http://schemas.microsoft.com/office/drawing/2014/main" id="{85BB27A3-DB87-46F4-8CA4-3C04A088E787}"/>
              </a:ext>
            </a:extLst>
          </p:cNvPr>
          <p:cNvSpPr>
            <a:spLocks noGrp="1"/>
          </p:cNvSpPr>
          <p:nvPr>
            <p:ph type="pic" sz="quarter" idx="21"/>
          </p:nvPr>
        </p:nvSpPr>
        <p:spPr>
          <a:xfrm>
            <a:off x="3412045" y="1761485"/>
            <a:ext cx="2494721" cy="2226366"/>
          </a:xfrm>
        </p:spPr>
        <p:txBody>
          <a:bodyPr>
            <a:normAutofit/>
          </a:bodyPr>
          <a:lstStyle>
            <a:lvl1pPr marL="0" indent="0" algn="ctr">
              <a:buNone/>
              <a:defRPr sz="1600">
                <a:solidFill>
                  <a:schemeClr val="bg1"/>
                </a:solidFill>
              </a:defRPr>
            </a:lvl1pPr>
          </a:lstStyle>
          <a:p>
            <a:r>
              <a:rPr lang="en-US"/>
              <a:t>Click icon to add picture</a:t>
            </a:r>
            <a:endParaRPr lang="en-US" dirty="0"/>
          </a:p>
        </p:txBody>
      </p:sp>
      <p:sp>
        <p:nvSpPr>
          <p:cNvPr id="29" name="Picture Placeholder 33">
            <a:extLst>
              <a:ext uri="{FF2B5EF4-FFF2-40B4-BE49-F238E27FC236}">
                <a16:creationId xmlns:a16="http://schemas.microsoft.com/office/drawing/2014/main" id="{F356E399-83ED-4937-A1CC-F591866C0E8C}"/>
              </a:ext>
            </a:extLst>
          </p:cNvPr>
          <p:cNvSpPr>
            <a:spLocks noGrp="1"/>
          </p:cNvSpPr>
          <p:nvPr>
            <p:ph type="pic" sz="quarter" idx="22"/>
          </p:nvPr>
        </p:nvSpPr>
        <p:spPr>
          <a:xfrm>
            <a:off x="6356669" y="1761485"/>
            <a:ext cx="2494721" cy="2226366"/>
          </a:xfrm>
        </p:spPr>
        <p:txBody>
          <a:bodyPr>
            <a:normAutofit/>
          </a:bodyPr>
          <a:lstStyle>
            <a:lvl1pPr marL="0" indent="0" algn="ctr">
              <a:buNone/>
              <a:defRPr sz="1600">
                <a:solidFill>
                  <a:schemeClr val="bg1"/>
                </a:solidFill>
              </a:defRPr>
            </a:lvl1pPr>
          </a:lstStyle>
          <a:p>
            <a:r>
              <a:rPr lang="en-US"/>
              <a:t>Click icon to add picture</a:t>
            </a:r>
            <a:endParaRPr lang="en-US" dirty="0"/>
          </a:p>
        </p:txBody>
      </p:sp>
      <p:sp>
        <p:nvSpPr>
          <p:cNvPr id="30" name="Picture Placeholder 33">
            <a:extLst>
              <a:ext uri="{FF2B5EF4-FFF2-40B4-BE49-F238E27FC236}">
                <a16:creationId xmlns:a16="http://schemas.microsoft.com/office/drawing/2014/main" id="{0967254B-CF1D-4F0D-A7F6-EC4E117B7509}"/>
              </a:ext>
            </a:extLst>
          </p:cNvPr>
          <p:cNvSpPr>
            <a:spLocks noGrp="1"/>
          </p:cNvSpPr>
          <p:nvPr>
            <p:ph type="pic" sz="quarter" idx="23"/>
          </p:nvPr>
        </p:nvSpPr>
        <p:spPr>
          <a:xfrm>
            <a:off x="9301294" y="1761485"/>
            <a:ext cx="2494721" cy="2226366"/>
          </a:xfrm>
        </p:spPr>
        <p:txBody>
          <a:bodyPr>
            <a:normAutofit/>
          </a:bodyPr>
          <a:lstStyle>
            <a:lvl1pPr marL="0" indent="0" algn="ctr">
              <a:buNone/>
              <a:defRPr sz="1600">
                <a:solidFill>
                  <a:schemeClr val="bg1"/>
                </a:solidFill>
              </a:defRPr>
            </a:lvl1pPr>
          </a:lstStyle>
          <a:p>
            <a:r>
              <a:rPr lang="en-US"/>
              <a:t>Click icon to add picture</a:t>
            </a:r>
            <a:endParaRPr lang="en-US" dirty="0"/>
          </a:p>
        </p:txBody>
      </p:sp>
      <p:sp>
        <p:nvSpPr>
          <p:cNvPr id="31" name="Text Placeholder 39">
            <a:extLst>
              <a:ext uri="{FF2B5EF4-FFF2-40B4-BE49-F238E27FC236}">
                <a16:creationId xmlns:a16="http://schemas.microsoft.com/office/drawing/2014/main" id="{0CEF6C35-6F7B-43AD-9E4D-44C2F8A7DFAC}"/>
              </a:ext>
            </a:extLst>
          </p:cNvPr>
          <p:cNvSpPr>
            <a:spLocks noGrp="1"/>
          </p:cNvSpPr>
          <p:nvPr>
            <p:ph type="body" sz="quarter" idx="20" hasCustomPrompt="1"/>
          </p:nvPr>
        </p:nvSpPr>
        <p:spPr>
          <a:xfrm>
            <a:off x="371474" y="4302782"/>
            <a:ext cx="2686613" cy="666781"/>
          </a:xfrm>
        </p:spPr>
        <p:txBody>
          <a:bodyPr anchor="t">
            <a:noAutofit/>
          </a:bodyPr>
          <a:lstStyle>
            <a:lvl1pPr marL="0" indent="0" algn="ctr">
              <a:buNone/>
              <a:defRPr sz="2000" b="1">
                <a:solidFill>
                  <a:schemeClr val="accent1"/>
                </a:solidFill>
                <a:latin typeface="+mj-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33" name="Text Placeholder 39">
            <a:extLst>
              <a:ext uri="{FF2B5EF4-FFF2-40B4-BE49-F238E27FC236}">
                <a16:creationId xmlns:a16="http://schemas.microsoft.com/office/drawing/2014/main" id="{44EF032C-161A-4C58-B624-66488C255E1F}"/>
              </a:ext>
            </a:extLst>
          </p:cNvPr>
          <p:cNvSpPr>
            <a:spLocks noGrp="1"/>
          </p:cNvSpPr>
          <p:nvPr>
            <p:ph type="body" sz="quarter" idx="24" hasCustomPrompt="1"/>
          </p:nvPr>
        </p:nvSpPr>
        <p:spPr>
          <a:xfrm>
            <a:off x="371474" y="5058156"/>
            <a:ext cx="2686613" cy="666781"/>
          </a:xfrm>
        </p:spPr>
        <p:txBody>
          <a:bodyPr anchor="t">
            <a:noAutofit/>
          </a:bodyPr>
          <a:lstStyle>
            <a:lvl1pPr marL="0" indent="0" algn="ctr">
              <a:buNone/>
              <a:defRPr sz="1600" b="0">
                <a:solidFill>
                  <a:schemeClr val="tx1"/>
                </a:solidFill>
                <a:latin typeface="+mn-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37" name="Text Placeholder 39">
            <a:extLst>
              <a:ext uri="{FF2B5EF4-FFF2-40B4-BE49-F238E27FC236}">
                <a16:creationId xmlns:a16="http://schemas.microsoft.com/office/drawing/2014/main" id="{ACF86334-F4A8-4CCD-944F-524700CD8386}"/>
              </a:ext>
            </a:extLst>
          </p:cNvPr>
          <p:cNvSpPr>
            <a:spLocks noGrp="1"/>
          </p:cNvSpPr>
          <p:nvPr>
            <p:ph type="body" sz="quarter" idx="25" hasCustomPrompt="1"/>
          </p:nvPr>
        </p:nvSpPr>
        <p:spPr>
          <a:xfrm>
            <a:off x="3316099" y="4302782"/>
            <a:ext cx="2686613" cy="666781"/>
          </a:xfrm>
        </p:spPr>
        <p:txBody>
          <a:bodyPr anchor="t">
            <a:noAutofit/>
          </a:bodyPr>
          <a:lstStyle>
            <a:lvl1pPr marL="0" indent="0" algn="ctr">
              <a:buNone/>
              <a:defRPr sz="2000" b="1">
                <a:solidFill>
                  <a:schemeClr val="accent2"/>
                </a:solidFill>
                <a:latin typeface="+mj-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38" name="Text Placeholder 39">
            <a:extLst>
              <a:ext uri="{FF2B5EF4-FFF2-40B4-BE49-F238E27FC236}">
                <a16:creationId xmlns:a16="http://schemas.microsoft.com/office/drawing/2014/main" id="{135B4AC9-821C-4D70-8A4A-1992394DE432}"/>
              </a:ext>
            </a:extLst>
          </p:cNvPr>
          <p:cNvSpPr>
            <a:spLocks noGrp="1"/>
          </p:cNvSpPr>
          <p:nvPr>
            <p:ph type="body" sz="quarter" idx="26" hasCustomPrompt="1"/>
          </p:nvPr>
        </p:nvSpPr>
        <p:spPr>
          <a:xfrm>
            <a:off x="3316099" y="5058156"/>
            <a:ext cx="2686613" cy="666781"/>
          </a:xfrm>
        </p:spPr>
        <p:txBody>
          <a:bodyPr anchor="t">
            <a:noAutofit/>
          </a:bodyPr>
          <a:lstStyle>
            <a:lvl1pPr marL="0" indent="0" algn="ctr">
              <a:buNone/>
              <a:defRPr sz="1600" b="0">
                <a:solidFill>
                  <a:schemeClr val="tx1"/>
                </a:solidFill>
                <a:latin typeface="+mn-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0" name="Text Placeholder 39">
            <a:extLst>
              <a:ext uri="{FF2B5EF4-FFF2-40B4-BE49-F238E27FC236}">
                <a16:creationId xmlns:a16="http://schemas.microsoft.com/office/drawing/2014/main" id="{D2CF516C-7598-43D3-95E9-5633F8F4469B}"/>
              </a:ext>
            </a:extLst>
          </p:cNvPr>
          <p:cNvSpPr>
            <a:spLocks noGrp="1"/>
          </p:cNvSpPr>
          <p:nvPr>
            <p:ph type="body" sz="quarter" idx="27" hasCustomPrompt="1"/>
          </p:nvPr>
        </p:nvSpPr>
        <p:spPr>
          <a:xfrm>
            <a:off x="6260723" y="4302782"/>
            <a:ext cx="2686613" cy="666781"/>
          </a:xfrm>
        </p:spPr>
        <p:txBody>
          <a:bodyPr anchor="t">
            <a:noAutofit/>
          </a:bodyPr>
          <a:lstStyle>
            <a:lvl1pPr marL="0" indent="0" algn="ctr">
              <a:buNone/>
              <a:defRPr sz="2000" b="1">
                <a:solidFill>
                  <a:schemeClr val="accent4"/>
                </a:solidFill>
                <a:latin typeface="+mj-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1" name="Text Placeholder 39">
            <a:extLst>
              <a:ext uri="{FF2B5EF4-FFF2-40B4-BE49-F238E27FC236}">
                <a16:creationId xmlns:a16="http://schemas.microsoft.com/office/drawing/2014/main" id="{12A6084C-5383-4EFC-8D49-33C5B61E6492}"/>
              </a:ext>
            </a:extLst>
          </p:cNvPr>
          <p:cNvSpPr>
            <a:spLocks noGrp="1"/>
          </p:cNvSpPr>
          <p:nvPr>
            <p:ph type="body" sz="quarter" idx="28" hasCustomPrompt="1"/>
          </p:nvPr>
        </p:nvSpPr>
        <p:spPr>
          <a:xfrm>
            <a:off x="6260723" y="5058156"/>
            <a:ext cx="2686613" cy="666781"/>
          </a:xfrm>
        </p:spPr>
        <p:txBody>
          <a:bodyPr anchor="t">
            <a:noAutofit/>
          </a:bodyPr>
          <a:lstStyle>
            <a:lvl1pPr marL="0" indent="0" algn="ctr">
              <a:buNone/>
              <a:defRPr sz="1600" b="0">
                <a:solidFill>
                  <a:schemeClr val="tx1"/>
                </a:solidFill>
                <a:latin typeface="+mn-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2" name="Text Placeholder 39">
            <a:extLst>
              <a:ext uri="{FF2B5EF4-FFF2-40B4-BE49-F238E27FC236}">
                <a16:creationId xmlns:a16="http://schemas.microsoft.com/office/drawing/2014/main" id="{EFC5493B-D3CF-41B9-A996-7FBE932504B8}"/>
              </a:ext>
            </a:extLst>
          </p:cNvPr>
          <p:cNvSpPr>
            <a:spLocks noGrp="1"/>
          </p:cNvSpPr>
          <p:nvPr>
            <p:ph type="body" sz="quarter" idx="29" hasCustomPrompt="1"/>
          </p:nvPr>
        </p:nvSpPr>
        <p:spPr>
          <a:xfrm>
            <a:off x="9205350" y="4302782"/>
            <a:ext cx="2686613" cy="666781"/>
          </a:xfrm>
        </p:spPr>
        <p:txBody>
          <a:bodyPr anchor="t">
            <a:noAutofit/>
          </a:bodyPr>
          <a:lstStyle>
            <a:lvl1pPr marL="0" indent="0" algn="ctr">
              <a:buNone/>
              <a:defRPr sz="2000" b="1">
                <a:solidFill>
                  <a:schemeClr val="accent6"/>
                </a:solidFill>
                <a:latin typeface="+mj-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4" name="Text Placeholder 39">
            <a:extLst>
              <a:ext uri="{FF2B5EF4-FFF2-40B4-BE49-F238E27FC236}">
                <a16:creationId xmlns:a16="http://schemas.microsoft.com/office/drawing/2014/main" id="{33A98F60-C169-44C1-9654-2239C9C1F29A}"/>
              </a:ext>
            </a:extLst>
          </p:cNvPr>
          <p:cNvSpPr>
            <a:spLocks noGrp="1"/>
          </p:cNvSpPr>
          <p:nvPr>
            <p:ph type="body" sz="quarter" idx="30" hasCustomPrompt="1"/>
          </p:nvPr>
        </p:nvSpPr>
        <p:spPr>
          <a:xfrm>
            <a:off x="9205350" y="5058156"/>
            <a:ext cx="2686613" cy="666781"/>
          </a:xfrm>
        </p:spPr>
        <p:txBody>
          <a:bodyPr anchor="t">
            <a:noAutofit/>
          </a:bodyPr>
          <a:lstStyle>
            <a:lvl1pPr marL="0" indent="0" algn="ctr">
              <a:buNone/>
              <a:defRPr sz="1600" b="0">
                <a:solidFill>
                  <a:schemeClr val="tx1"/>
                </a:solidFill>
                <a:latin typeface="+mn-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Tree>
    <p:extLst>
      <p:ext uri="{BB962C8B-B14F-4D97-AF65-F5344CB8AC3E}">
        <p14:creationId xmlns:p14="http://schemas.microsoft.com/office/powerpoint/2010/main" val="188473430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1_Title Only">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FBB81E01-55F6-44A7-8ACB-B172EA0F9FB3}"/>
              </a:ext>
            </a:extLst>
          </p:cNvPr>
          <p:cNvSpPr/>
          <p:nvPr userDrawn="1"/>
        </p:nvSpPr>
        <p:spPr>
          <a:xfrm>
            <a:off x="467420" y="3895002"/>
            <a:ext cx="2494721" cy="2067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25">
            <a:extLst>
              <a:ext uri="{FF2B5EF4-FFF2-40B4-BE49-F238E27FC236}">
                <a16:creationId xmlns:a16="http://schemas.microsoft.com/office/drawing/2014/main" id="{FAD85DF7-0BE8-4B88-98A1-F5062CDAA964}"/>
              </a:ext>
            </a:extLst>
          </p:cNvPr>
          <p:cNvSpPr/>
          <p:nvPr userDrawn="1"/>
        </p:nvSpPr>
        <p:spPr>
          <a:xfrm>
            <a:off x="3412044" y="3895002"/>
            <a:ext cx="2494721" cy="20672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DF69394C-95D0-4D10-A34D-A35EF27D2806}"/>
              </a:ext>
            </a:extLst>
          </p:cNvPr>
          <p:cNvSpPr/>
          <p:nvPr userDrawn="1"/>
        </p:nvSpPr>
        <p:spPr>
          <a:xfrm>
            <a:off x="6356668" y="3895002"/>
            <a:ext cx="2494721" cy="206723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86DBF753-694A-4503-A33B-73C09E8EE3A5}"/>
              </a:ext>
            </a:extLst>
          </p:cNvPr>
          <p:cNvSpPr/>
          <p:nvPr userDrawn="1"/>
        </p:nvSpPr>
        <p:spPr>
          <a:xfrm>
            <a:off x="9301294" y="3895002"/>
            <a:ext cx="2494721" cy="206723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ADB3C88-F13B-4B5F-920D-B4EFFAA592E5}"/>
              </a:ext>
            </a:extLst>
          </p:cNvPr>
          <p:cNvSpPr>
            <a:spLocks noGrp="1"/>
          </p:cNvSpPr>
          <p:nvPr>
            <p:ph type="title"/>
          </p:nvPr>
        </p:nvSpPr>
        <p:spPr>
          <a:xfrm>
            <a:off x="371475" y="260351"/>
            <a:ext cx="11520488" cy="758824"/>
          </a:xfrm>
        </p:spPr>
        <p:txBody>
          <a:bodyPr/>
          <a:lstStyle/>
          <a:p>
            <a:r>
              <a:rPr lang="en-US"/>
              <a:t>Click to edit Master title style</a:t>
            </a:r>
            <a:endParaRPr lang="en-US" dirty="0"/>
          </a:p>
        </p:txBody>
      </p:sp>
      <p:sp>
        <p:nvSpPr>
          <p:cNvPr id="17" name="Slide Number Placeholder 4">
            <a:extLst>
              <a:ext uri="{FF2B5EF4-FFF2-40B4-BE49-F238E27FC236}">
                <a16:creationId xmlns:a16="http://schemas.microsoft.com/office/drawing/2014/main" id="{76336E3A-55EE-4423-B1AA-7489CA988813}"/>
              </a:ext>
            </a:extLst>
          </p:cNvPr>
          <p:cNvSpPr>
            <a:spLocks noGrp="1"/>
          </p:cNvSpPr>
          <p:nvPr>
            <p:ph type="sldNum" sz="quarter" idx="12"/>
          </p:nvPr>
        </p:nvSpPr>
        <p:spPr>
          <a:xfrm>
            <a:off x="11518900" y="6581978"/>
            <a:ext cx="373062" cy="206104"/>
          </a:xfrm>
        </p:spPr>
        <p:txBody>
          <a:bodyPr/>
          <a:lstStyle/>
          <a:p>
            <a:fld id="{03DC2DEF-D2FE-4B45-ABA4-9F153FD1C98A}" type="slidenum">
              <a:rPr lang="en-US" smtClean="0"/>
              <a:t>‹#›</a:t>
            </a:fld>
            <a:endParaRPr lang="en-US" dirty="0"/>
          </a:p>
        </p:txBody>
      </p:sp>
      <p:cxnSp>
        <p:nvCxnSpPr>
          <p:cNvPr id="24" name="Straight Connector 23">
            <a:extLst>
              <a:ext uri="{FF2B5EF4-FFF2-40B4-BE49-F238E27FC236}">
                <a16:creationId xmlns:a16="http://schemas.microsoft.com/office/drawing/2014/main" id="{0C61EA57-B8EA-4589-A9DD-E25F300D5AFD}"/>
              </a:ext>
            </a:extLst>
          </p:cNvPr>
          <p:cNvCxnSpPr/>
          <p:nvPr userDrawn="1"/>
        </p:nvCxnSpPr>
        <p:spPr>
          <a:xfrm>
            <a:off x="4790661" y="6917634"/>
            <a:ext cx="1918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3" name="Picture Placeholder 33">
            <a:extLst>
              <a:ext uri="{FF2B5EF4-FFF2-40B4-BE49-F238E27FC236}">
                <a16:creationId xmlns:a16="http://schemas.microsoft.com/office/drawing/2014/main" id="{1644FD94-AD03-4C4F-A1A5-085DD8F56646}"/>
              </a:ext>
            </a:extLst>
          </p:cNvPr>
          <p:cNvSpPr>
            <a:spLocks noGrp="1"/>
          </p:cNvSpPr>
          <p:nvPr>
            <p:ph type="pic" sz="quarter" idx="13"/>
          </p:nvPr>
        </p:nvSpPr>
        <p:spPr>
          <a:xfrm>
            <a:off x="467420" y="1522949"/>
            <a:ext cx="2494721" cy="2226366"/>
          </a:xfrm>
        </p:spPr>
        <p:txBody>
          <a:bodyPr>
            <a:normAutofit/>
          </a:bodyPr>
          <a:lstStyle>
            <a:lvl1pPr marL="0" indent="0" algn="ctr">
              <a:buNone/>
              <a:defRPr sz="1600">
                <a:solidFill>
                  <a:schemeClr val="tx1"/>
                </a:solidFill>
              </a:defRPr>
            </a:lvl1pPr>
          </a:lstStyle>
          <a:p>
            <a:r>
              <a:rPr lang="en-US"/>
              <a:t>Click icon to add picture</a:t>
            </a:r>
            <a:endParaRPr lang="en-US" dirty="0"/>
          </a:p>
        </p:txBody>
      </p:sp>
      <p:sp>
        <p:nvSpPr>
          <p:cNvPr id="28" name="Picture Placeholder 33">
            <a:extLst>
              <a:ext uri="{FF2B5EF4-FFF2-40B4-BE49-F238E27FC236}">
                <a16:creationId xmlns:a16="http://schemas.microsoft.com/office/drawing/2014/main" id="{85BB27A3-DB87-46F4-8CA4-3C04A088E787}"/>
              </a:ext>
            </a:extLst>
          </p:cNvPr>
          <p:cNvSpPr>
            <a:spLocks noGrp="1"/>
          </p:cNvSpPr>
          <p:nvPr>
            <p:ph type="pic" sz="quarter" idx="21"/>
          </p:nvPr>
        </p:nvSpPr>
        <p:spPr>
          <a:xfrm>
            <a:off x="3412045" y="1522949"/>
            <a:ext cx="2494721" cy="2226366"/>
          </a:xfrm>
        </p:spPr>
        <p:txBody>
          <a:bodyPr>
            <a:normAutofit/>
          </a:bodyPr>
          <a:lstStyle>
            <a:lvl1pPr marL="0" indent="0" algn="ctr">
              <a:buNone/>
              <a:defRPr sz="1600">
                <a:solidFill>
                  <a:schemeClr val="tx1"/>
                </a:solidFill>
              </a:defRPr>
            </a:lvl1pPr>
          </a:lstStyle>
          <a:p>
            <a:r>
              <a:rPr lang="en-US"/>
              <a:t>Click icon to add picture</a:t>
            </a:r>
            <a:endParaRPr lang="en-US" dirty="0"/>
          </a:p>
        </p:txBody>
      </p:sp>
      <p:sp>
        <p:nvSpPr>
          <p:cNvPr id="29" name="Picture Placeholder 33">
            <a:extLst>
              <a:ext uri="{FF2B5EF4-FFF2-40B4-BE49-F238E27FC236}">
                <a16:creationId xmlns:a16="http://schemas.microsoft.com/office/drawing/2014/main" id="{F356E399-83ED-4937-A1CC-F591866C0E8C}"/>
              </a:ext>
            </a:extLst>
          </p:cNvPr>
          <p:cNvSpPr>
            <a:spLocks noGrp="1"/>
          </p:cNvSpPr>
          <p:nvPr>
            <p:ph type="pic" sz="quarter" idx="22"/>
          </p:nvPr>
        </p:nvSpPr>
        <p:spPr>
          <a:xfrm>
            <a:off x="6356669" y="1522949"/>
            <a:ext cx="2494721" cy="2226366"/>
          </a:xfrm>
        </p:spPr>
        <p:txBody>
          <a:bodyPr>
            <a:normAutofit/>
          </a:bodyPr>
          <a:lstStyle>
            <a:lvl1pPr marL="0" indent="0" algn="ctr">
              <a:buNone/>
              <a:defRPr sz="1600">
                <a:solidFill>
                  <a:schemeClr val="tx1"/>
                </a:solidFill>
              </a:defRPr>
            </a:lvl1pPr>
          </a:lstStyle>
          <a:p>
            <a:r>
              <a:rPr lang="en-US"/>
              <a:t>Click icon to add picture</a:t>
            </a:r>
            <a:endParaRPr lang="en-US" dirty="0"/>
          </a:p>
        </p:txBody>
      </p:sp>
      <p:sp>
        <p:nvSpPr>
          <p:cNvPr id="30" name="Picture Placeholder 33">
            <a:extLst>
              <a:ext uri="{FF2B5EF4-FFF2-40B4-BE49-F238E27FC236}">
                <a16:creationId xmlns:a16="http://schemas.microsoft.com/office/drawing/2014/main" id="{0967254B-CF1D-4F0D-A7F6-EC4E117B7509}"/>
              </a:ext>
            </a:extLst>
          </p:cNvPr>
          <p:cNvSpPr>
            <a:spLocks noGrp="1"/>
          </p:cNvSpPr>
          <p:nvPr>
            <p:ph type="pic" sz="quarter" idx="23"/>
          </p:nvPr>
        </p:nvSpPr>
        <p:spPr>
          <a:xfrm>
            <a:off x="9301294" y="1522949"/>
            <a:ext cx="2494721" cy="2226366"/>
          </a:xfrm>
        </p:spPr>
        <p:txBody>
          <a:bodyPr>
            <a:normAutofit/>
          </a:bodyPr>
          <a:lstStyle>
            <a:lvl1pPr marL="0" indent="0" algn="ctr">
              <a:buNone/>
              <a:defRPr sz="1600">
                <a:solidFill>
                  <a:schemeClr val="tx1"/>
                </a:solidFill>
              </a:defRPr>
            </a:lvl1pPr>
          </a:lstStyle>
          <a:p>
            <a:r>
              <a:rPr lang="en-US"/>
              <a:t>Click icon to add picture</a:t>
            </a:r>
            <a:endParaRPr lang="en-US" dirty="0"/>
          </a:p>
        </p:txBody>
      </p:sp>
      <p:sp>
        <p:nvSpPr>
          <p:cNvPr id="31" name="Text Placeholder 39">
            <a:extLst>
              <a:ext uri="{FF2B5EF4-FFF2-40B4-BE49-F238E27FC236}">
                <a16:creationId xmlns:a16="http://schemas.microsoft.com/office/drawing/2014/main" id="{0CEF6C35-6F7B-43AD-9E4D-44C2F8A7DFAC}"/>
              </a:ext>
            </a:extLst>
          </p:cNvPr>
          <p:cNvSpPr>
            <a:spLocks noGrp="1"/>
          </p:cNvSpPr>
          <p:nvPr>
            <p:ph type="body" sz="quarter" idx="20" hasCustomPrompt="1"/>
          </p:nvPr>
        </p:nvSpPr>
        <p:spPr>
          <a:xfrm>
            <a:off x="604610" y="4123880"/>
            <a:ext cx="2220341" cy="666781"/>
          </a:xfrm>
        </p:spPr>
        <p:txBody>
          <a:bodyPr anchor="t">
            <a:noAutofit/>
          </a:bodyPr>
          <a:lstStyle>
            <a:lvl1pPr marL="0" indent="0" algn="ctr">
              <a:buNone/>
              <a:defRPr sz="2000" b="1">
                <a:solidFill>
                  <a:schemeClr val="bg1"/>
                </a:solidFill>
                <a:latin typeface="+mj-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33" name="Text Placeholder 39">
            <a:extLst>
              <a:ext uri="{FF2B5EF4-FFF2-40B4-BE49-F238E27FC236}">
                <a16:creationId xmlns:a16="http://schemas.microsoft.com/office/drawing/2014/main" id="{44EF032C-161A-4C58-B624-66488C255E1F}"/>
              </a:ext>
            </a:extLst>
          </p:cNvPr>
          <p:cNvSpPr>
            <a:spLocks noGrp="1"/>
          </p:cNvSpPr>
          <p:nvPr>
            <p:ph type="body" sz="quarter" idx="24" hasCustomPrompt="1"/>
          </p:nvPr>
        </p:nvSpPr>
        <p:spPr>
          <a:xfrm>
            <a:off x="604610" y="4879254"/>
            <a:ext cx="2220341" cy="666781"/>
          </a:xfrm>
        </p:spPr>
        <p:txBody>
          <a:bodyPr anchor="t">
            <a:noAutofit/>
          </a:bodyPr>
          <a:lstStyle>
            <a:lvl1pPr marL="0" indent="0" algn="ctr">
              <a:buNone/>
              <a:defRPr sz="1600" b="0">
                <a:solidFill>
                  <a:schemeClr val="bg1"/>
                </a:solidFill>
                <a:latin typeface="+mn-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37" name="Text Placeholder 39">
            <a:extLst>
              <a:ext uri="{FF2B5EF4-FFF2-40B4-BE49-F238E27FC236}">
                <a16:creationId xmlns:a16="http://schemas.microsoft.com/office/drawing/2014/main" id="{ACF86334-F4A8-4CCD-944F-524700CD8386}"/>
              </a:ext>
            </a:extLst>
          </p:cNvPr>
          <p:cNvSpPr>
            <a:spLocks noGrp="1"/>
          </p:cNvSpPr>
          <p:nvPr>
            <p:ph type="body" sz="quarter" idx="25" hasCustomPrompt="1"/>
          </p:nvPr>
        </p:nvSpPr>
        <p:spPr>
          <a:xfrm>
            <a:off x="3549235" y="4123880"/>
            <a:ext cx="2220341" cy="666781"/>
          </a:xfrm>
        </p:spPr>
        <p:txBody>
          <a:bodyPr anchor="t">
            <a:noAutofit/>
          </a:bodyPr>
          <a:lstStyle>
            <a:lvl1pPr marL="0" indent="0" algn="ctr">
              <a:buNone/>
              <a:defRPr sz="2000" b="1">
                <a:solidFill>
                  <a:schemeClr val="bg1"/>
                </a:solidFill>
                <a:latin typeface="+mj-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38" name="Text Placeholder 39">
            <a:extLst>
              <a:ext uri="{FF2B5EF4-FFF2-40B4-BE49-F238E27FC236}">
                <a16:creationId xmlns:a16="http://schemas.microsoft.com/office/drawing/2014/main" id="{135B4AC9-821C-4D70-8A4A-1992394DE432}"/>
              </a:ext>
            </a:extLst>
          </p:cNvPr>
          <p:cNvSpPr>
            <a:spLocks noGrp="1"/>
          </p:cNvSpPr>
          <p:nvPr>
            <p:ph type="body" sz="quarter" idx="26" hasCustomPrompt="1"/>
          </p:nvPr>
        </p:nvSpPr>
        <p:spPr>
          <a:xfrm>
            <a:off x="3549235" y="4879254"/>
            <a:ext cx="2220341" cy="666781"/>
          </a:xfrm>
        </p:spPr>
        <p:txBody>
          <a:bodyPr anchor="t">
            <a:noAutofit/>
          </a:bodyPr>
          <a:lstStyle>
            <a:lvl1pPr marL="0" indent="0" algn="ctr">
              <a:buNone/>
              <a:defRPr sz="1600" b="0">
                <a:solidFill>
                  <a:schemeClr val="bg1"/>
                </a:solidFill>
                <a:latin typeface="+mn-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0" name="Text Placeholder 39">
            <a:extLst>
              <a:ext uri="{FF2B5EF4-FFF2-40B4-BE49-F238E27FC236}">
                <a16:creationId xmlns:a16="http://schemas.microsoft.com/office/drawing/2014/main" id="{D2CF516C-7598-43D3-95E9-5633F8F4469B}"/>
              </a:ext>
            </a:extLst>
          </p:cNvPr>
          <p:cNvSpPr>
            <a:spLocks noGrp="1"/>
          </p:cNvSpPr>
          <p:nvPr>
            <p:ph type="body" sz="quarter" idx="27" hasCustomPrompt="1"/>
          </p:nvPr>
        </p:nvSpPr>
        <p:spPr>
          <a:xfrm>
            <a:off x="6493859" y="4123880"/>
            <a:ext cx="2220341" cy="666781"/>
          </a:xfrm>
        </p:spPr>
        <p:txBody>
          <a:bodyPr anchor="t">
            <a:noAutofit/>
          </a:bodyPr>
          <a:lstStyle>
            <a:lvl1pPr marL="0" indent="0" algn="ctr">
              <a:buNone/>
              <a:defRPr sz="2000" b="1">
                <a:solidFill>
                  <a:schemeClr val="bg1"/>
                </a:solidFill>
                <a:latin typeface="+mj-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1" name="Text Placeholder 39">
            <a:extLst>
              <a:ext uri="{FF2B5EF4-FFF2-40B4-BE49-F238E27FC236}">
                <a16:creationId xmlns:a16="http://schemas.microsoft.com/office/drawing/2014/main" id="{12A6084C-5383-4EFC-8D49-33C5B61E6492}"/>
              </a:ext>
            </a:extLst>
          </p:cNvPr>
          <p:cNvSpPr>
            <a:spLocks noGrp="1"/>
          </p:cNvSpPr>
          <p:nvPr>
            <p:ph type="body" sz="quarter" idx="28" hasCustomPrompt="1"/>
          </p:nvPr>
        </p:nvSpPr>
        <p:spPr>
          <a:xfrm>
            <a:off x="6493859" y="4879254"/>
            <a:ext cx="2220341" cy="666781"/>
          </a:xfrm>
        </p:spPr>
        <p:txBody>
          <a:bodyPr anchor="t">
            <a:noAutofit/>
          </a:bodyPr>
          <a:lstStyle>
            <a:lvl1pPr marL="0" indent="0" algn="ctr">
              <a:buNone/>
              <a:defRPr sz="1600" b="0">
                <a:solidFill>
                  <a:schemeClr val="bg1"/>
                </a:solidFill>
                <a:latin typeface="+mn-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2" name="Text Placeholder 39">
            <a:extLst>
              <a:ext uri="{FF2B5EF4-FFF2-40B4-BE49-F238E27FC236}">
                <a16:creationId xmlns:a16="http://schemas.microsoft.com/office/drawing/2014/main" id="{EFC5493B-D3CF-41B9-A996-7FBE932504B8}"/>
              </a:ext>
            </a:extLst>
          </p:cNvPr>
          <p:cNvSpPr>
            <a:spLocks noGrp="1"/>
          </p:cNvSpPr>
          <p:nvPr>
            <p:ph type="body" sz="quarter" idx="29" hasCustomPrompt="1"/>
          </p:nvPr>
        </p:nvSpPr>
        <p:spPr>
          <a:xfrm>
            <a:off x="9438486" y="4123880"/>
            <a:ext cx="2220341" cy="666781"/>
          </a:xfrm>
        </p:spPr>
        <p:txBody>
          <a:bodyPr anchor="t">
            <a:noAutofit/>
          </a:bodyPr>
          <a:lstStyle>
            <a:lvl1pPr marL="0" indent="0" algn="ctr">
              <a:buNone/>
              <a:defRPr sz="2000" b="1">
                <a:solidFill>
                  <a:schemeClr val="bg1"/>
                </a:solidFill>
                <a:latin typeface="+mj-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4" name="Text Placeholder 39">
            <a:extLst>
              <a:ext uri="{FF2B5EF4-FFF2-40B4-BE49-F238E27FC236}">
                <a16:creationId xmlns:a16="http://schemas.microsoft.com/office/drawing/2014/main" id="{33A98F60-C169-44C1-9654-2239C9C1F29A}"/>
              </a:ext>
            </a:extLst>
          </p:cNvPr>
          <p:cNvSpPr>
            <a:spLocks noGrp="1"/>
          </p:cNvSpPr>
          <p:nvPr>
            <p:ph type="body" sz="quarter" idx="30" hasCustomPrompt="1"/>
          </p:nvPr>
        </p:nvSpPr>
        <p:spPr>
          <a:xfrm>
            <a:off x="9438486" y="4879254"/>
            <a:ext cx="2220341" cy="666781"/>
          </a:xfrm>
        </p:spPr>
        <p:txBody>
          <a:bodyPr anchor="t">
            <a:noAutofit/>
          </a:bodyPr>
          <a:lstStyle>
            <a:lvl1pPr marL="0" indent="0" algn="ctr">
              <a:buNone/>
              <a:defRPr sz="1600" b="0">
                <a:solidFill>
                  <a:schemeClr val="bg1"/>
                </a:solidFill>
                <a:latin typeface="+mn-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Tree>
    <p:extLst>
      <p:ext uri="{BB962C8B-B14F-4D97-AF65-F5344CB8AC3E}">
        <p14:creationId xmlns:p14="http://schemas.microsoft.com/office/powerpoint/2010/main" val="56538280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2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B3C88-F13B-4B5F-920D-B4EFFAA592E5}"/>
              </a:ext>
            </a:extLst>
          </p:cNvPr>
          <p:cNvSpPr>
            <a:spLocks noGrp="1"/>
          </p:cNvSpPr>
          <p:nvPr>
            <p:ph type="title"/>
          </p:nvPr>
        </p:nvSpPr>
        <p:spPr>
          <a:xfrm>
            <a:off x="371475" y="260351"/>
            <a:ext cx="11520488" cy="758824"/>
          </a:xfrm>
        </p:spPr>
        <p:txBody>
          <a:bodyPr/>
          <a:lstStyle/>
          <a:p>
            <a:r>
              <a:rPr lang="en-US"/>
              <a:t>Click to edit Master title style</a:t>
            </a:r>
            <a:endParaRPr lang="en-US" dirty="0"/>
          </a:p>
        </p:txBody>
      </p:sp>
      <p:sp>
        <p:nvSpPr>
          <p:cNvPr id="17" name="Slide Number Placeholder 4">
            <a:extLst>
              <a:ext uri="{FF2B5EF4-FFF2-40B4-BE49-F238E27FC236}">
                <a16:creationId xmlns:a16="http://schemas.microsoft.com/office/drawing/2014/main" id="{76336E3A-55EE-4423-B1AA-7489CA988813}"/>
              </a:ext>
            </a:extLst>
          </p:cNvPr>
          <p:cNvSpPr>
            <a:spLocks noGrp="1"/>
          </p:cNvSpPr>
          <p:nvPr>
            <p:ph type="sldNum" sz="quarter" idx="12"/>
          </p:nvPr>
        </p:nvSpPr>
        <p:spPr>
          <a:xfrm>
            <a:off x="11518900" y="6581978"/>
            <a:ext cx="373062" cy="206104"/>
          </a:xfrm>
        </p:spPr>
        <p:txBody>
          <a:bodyPr/>
          <a:lstStyle/>
          <a:p>
            <a:fld id="{03DC2DEF-D2FE-4B45-ABA4-9F153FD1C98A}" type="slidenum">
              <a:rPr lang="en-US" smtClean="0"/>
              <a:t>‹#›</a:t>
            </a:fld>
            <a:endParaRPr lang="en-US" dirty="0"/>
          </a:p>
        </p:txBody>
      </p:sp>
      <p:cxnSp>
        <p:nvCxnSpPr>
          <p:cNvPr id="24" name="Straight Connector 23">
            <a:extLst>
              <a:ext uri="{FF2B5EF4-FFF2-40B4-BE49-F238E27FC236}">
                <a16:creationId xmlns:a16="http://schemas.microsoft.com/office/drawing/2014/main" id="{0C61EA57-B8EA-4589-A9DD-E25F300D5AFD}"/>
              </a:ext>
            </a:extLst>
          </p:cNvPr>
          <p:cNvCxnSpPr/>
          <p:nvPr userDrawn="1"/>
        </p:nvCxnSpPr>
        <p:spPr>
          <a:xfrm>
            <a:off x="4790661" y="6917634"/>
            <a:ext cx="1918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56084AEC-DB39-4367-A213-BB2FE4AD38BE}"/>
              </a:ext>
            </a:extLst>
          </p:cNvPr>
          <p:cNvSpPr>
            <a:spLocks noGrp="1"/>
          </p:cNvSpPr>
          <p:nvPr>
            <p:ph type="chart" sz="quarter" idx="13"/>
          </p:nvPr>
        </p:nvSpPr>
        <p:spPr>
          <a:xfrm>
            <a:off x="4900613" y="1233488"/>
            <a:ext cx="6991350" cy="4967287"/>
          </a:xfrm>
        </p:spPr>
        <p:txBody>
          <a:bodyPr>
            <a:normAutofit/>
          </a:bodyPr>
          <a:lstStyle>
            <a:lvl1pPr marL="0" indent="0" algn="ctr">
              <a:buNone/>
              <a:defRPr sz="2000"/>
            </a:lvl1pPr>
          </a:lstStyle>
          <a:p>
            <a:r>
              <a:rPr lang="en-US"/>
              <a:t>Click icon to add chart</a:t>
            </a:r>
            <a:endParaRPr lang="en-US" dirty="0"/>
          </a:p>
        </p:txBody>
      </p:sp>
      <p:sp>
        <p:nvSpPr>
          <p:cNvPr id="25" name="Rectangle 24">
            <a:extLst>
              <a:ext uri="{FF2B5EF4-FFF2-40B4-BE49-F238E27FC236}">
                <a16:creationId xmlns:a16="http://schemas.microsoft.com/office/drawing/2014/main" id="{D928258E-48B5-471F-BC61-B45FB2CA51BA}"/>
              </a:ext>
            </a:extLst>
          </p:cNvPr>
          <p:cNvSpPr/>
          <p:nvPr userDrawn="1"/>
        </p:nvSpPr>
        <p:spPr>
          <a:xfrm>
            <a:off x="371474" y="1233488"/>
            <a:ext cx="4419187" cy="49672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 Placeholder 5">
            <a:extLst>
              <a:ext uri="{FF2B5EF4-FFF2-40B4-BE49-F238E27FC236}">
                <a16:creationId xmlns:a16="http://schemas.microsoft.com/office/drawing/2014/main" id="{9867FAC3-5109-4D5D-8105-FC48313396C4}"/>
              </a:ext>
            </a:extLst>
          </p:cNvPr>
          <p:cNvSpPr>
            <a:spLocks noGrp="1"/>
          </p:cNvSpPr>
          <p:nvPr>
            <p:ph type="body" sz="quarter" idx="14"/>
          </p:nvPr>
        </p:nvSpPr>
        <p:spPr>
          <a:xfrm>
            <a:off x="546100" y="1450975"/>
            <a:ext cx="4065588" cy="4552950"/>
          </a:xfrm>
        </p:spPr>
        <p:txBody>
          <a:bodyPr>
            <a:normAutofit/>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5967963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13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B3C88-F13B-4B5F-920D-B4EFFAA592E5}"/>
              </a:ext>
            </a:extLst>
          </p:cNvPr>
          <p:cNvSpPr>
            <a:spLocks noGrp="1"/>
          </p:cNvSpPr>
          <p:nvPr>
            <p:ph type="title"/>
          </p:nvPr>
        </p:nvSpPr>
        <p:spPr>
          <a:xfrm>
            <a:off x="371475" y="260351"/>
            <a:ext cx="11520488" cy="758824"/>
          </a:xfrm>
        </p:spPr>
        <p:txBody>
          <a:bodyPr/>
          <a:lstStyle/>
          <a:p>
            <a:r>
              <a:rPr lang="en-US"/>
              <a:t>Click to edit Master title style</a:t>
            </a:r>
            <a:endParaRPr lang="en-US" dirty="0"/>
          </a:p>
        </p:txBody>
      </p:sp>
      <p:sp>
        <p:nvSpPr>
          <p:cNvPr id="17" name="Slide Number Placeholder 4">
            <a:extLst>
              <a:ext uri="{FF2B5EF4-FFF2-40B4-BE49-F238E27FC236}">
                <a16:creationId xmlns:a16="http://schemas.microsoft.com/office/drawing/2014/main" id="{76336E3A-55EE-4423-B1AA-7489CA988813}"/>
              </a:ext>
            </a:extLst>
          </p:cNvPr>
          <p:cNvSpPr>
            <a:spLocks noGrp="1"/>
          </p:cNvSpPr>
          <p:nvPr>
            <p:ph type="sldNum" sz="quarter" idx="12"/>
          </p:nvPr>
        </p:nvSpPr>
        <p:spPr>
          <a:xfrm>
            <a:off x="11518900" y="6581978"/>
            <a:ext cx="373062" cy="206104"/>
          </a:xfrm>
        </p:spPr>
        <p:txBody>
          <a:bodyPr/>
          <a:lstStyle/>
          <a:p>
            <a:fld id="{03DC2DEF-D2FE-4B45-ABA4-9F153FD1C98A}" type="slidenum">
              <a:rPr lang="en-US" smtClean="0"/>
              <a:t>‹#›</a:t>
            </a:fld>
            <a:endParaRPr lang="en-US" dirty="0"/>
          </a:p>
        </p:txBody>
      </p:sp>
      <p:cxnSp>
        <p:nvCxnSpPr>
          <p:cNvPr id="24" name="Straight Connector 23">
            <a:extLst>
              <a:ext uri="{FF2B5EF4-FFF2-40B4-BE49-F238E27FC236}">
                <a16:creationId xmlns:a16="http://schemas.microsoft.com/office/drawing/2014/main" id="{0C61EA57-B8EA-4589-A9DD-E25F300D5AFD}"/>
              </a:ext>
            </a:extLst>
          </p:cNvPr>
          <p:cNvCxnSpPr/>
          <p:nvPr userDrawn="1"/>
        </p:nvCxnSpPr>
        <p:spPr>
          <a:xfrm>
            <a:off x="4790661" y="6917634"/>
            <a:ext cx="1918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56084AEC-DB39-4367-A213-BB2FE4AD38BE}"/>
              </a:ext>
            </a:extLst>
          </p:cNvPr>
          <p:cNvSpPr>
            <a:spLocks noGrp="1"/>
          </p:cNvSpPr>
          <p:nvPr>
            <p:ph type="chart" sz="quarter" idx="13"/>
          </p:nvPr>
        </p:nvSpPr>
        <p:spPr>
          <a:xfrm>
            <a:off x="371475" y="1233488"/>
            <a:ext cx="11520488" cy="4967287"/>
          </a:xfrm>
        </p:spPr>
        <p:txBody>
          <a:bodyPr>
            <a:normAutofit/>
          </a:bodyPr>
          <a:lstStyle>
            <a:lvl1pPr marL="0" indent="0" algn="ctr">
              <a:buNone/>
              <a:defRPr sz="2000"/>
            </a:lvl1pPr>
          </a:lstStyle>
          <a:p>
            <a:r>
              <a:rPr lang="en-US"/>
              <a:t>Click icon to add chart</a:t>
            </a:r>
            <a:endParaRPr lang="en-US" dirty="0"/>
          </a:p>
        </p:txBody>
      </p:sp>
    </p:spTree>
    <p:extLst>
      <p:ext uri="{BB962C8B-B14F-4D97-AF65-F5344CB8AC3E}">
        <p14:creationId xmlns:p14="http://schemas.microsoft.com/office/powerpoint/2010/main" val="258952979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4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B3C88-F13B-4B5F-920D-B4EFFAA592E5}"/>
              </a:ext>
            </a:extLst>
          </p:cNvPr>
          <p:cNvSpPr>
            <a:spLocks noGrp="1"/>
          </p:cNvSpPr>
          <p:nvPr>
            <p:ph type="title"/>
          </p:nvPr>
        </p:nvSpPr>
        <p:spPr>
          <a:xfrm>
            <a:off x="371475" y="260351"/>
            <a:ext cx="11520488" cy="758824"/>
          </a:xfrm>
        </p:spPr>
        <p:txBody>
          <a:bodyPr/>
          <a:lstStyle/>
          <a:p>
            <a:r>
              <a:rPr lang="en-US"/>
              <a:t>Click to edit Master title style</a:t>
            </a:r>
            <a:endParaRPr lang="en-US" dirty="0"/>
          </a:p>
        </p:txBody>
      </p:sp>
      <p:sp>
        <p:nvSpPr>
          <p:cNvPr id="17" name="Slide Number Placeholder 4">
            <a:extLst>
              <a:ext uri="{FF2B5EF4-FFF2-40B4-BE49-F238E27FC236}">
                <a16:creationId xmlns:a16="http://schemas.microsoft.com/office/drawing/2014/main" id="{76336E3A-55EE-4423-B1AA-7489CA988813}"/>
              </a:ext>
            </a:extLst>
          </p:cNvPr>
          <p:cNvSpPr>
            <a:spLocks noGrp="1"/>
          </p:cNvSpPr>
          <p:nvPr>
            <p:ph type="sldNum" sz="quarter" idx="12"/>
          </p:nvPr>
        </p:nvSpPr>
        <p:spPr>
          <a:xfrm>
            <a:off x="11518900" y="6581978"/>
            <a:ext cx="373062" cy="206104"/>
          </a:xfrm>
        </p:spPr>
        <p:txBody>
          <a:bodyPr/>
          <a:lstStyle/>
          <a:p>
            <a:fld id="{03DC2DEF-D2FE-4B45-ABA4-9F153FD1C98A}" type="slidenum">
              <a:rPr lang="en-US" smtClean="0"/>
              <a:t>‹#›</a:t>
            </a:fld>
            <a:endParaRPr lang="en-US" dirty="0"/>
          </a:p>
        </p:txBody>
      </p:sp>
      <p:cxnSp>
        <p:nvCxnSpPr>
          <p:cNvPr id="24" name="Straight Connector 23">
            <a:extLst>
              <a:ext uri="{FF2B5EF4-FFF2-40B4-BE49-F238E27FC236}">
                <a16:creationId xmlns:a16="http://schemas.microsoft.com/office/drawing/2014/main" id="{0C61EA57-B8EA-4589-A9DD-E25F300D5AFD}"/>
              </a:ext>
            </a:extLst>
          </p:cNvPr>
          <p:cNvCxnSpPr/>
          <p:nvPr userDrawn="1"/>
        </p:nvCxnSpPr>
        <p:spPr>
          <a:xfrm>
            <a:off x="4790661" y="6917634"/>
            <a:ext cx="1918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56084AEC-DB39-4367-A213-BB2FE4AD38BE}"/>
              </a:ext>
            </a:extLst>
          </p:cNvPr>
          <p:cNvSpPr>
            <a:spLocks noGrp="1"/>
          </p:cNvSpPr>
          <p:nvPr>
            <p:ph type="chart" sz="quarter" idx="13"/>
          </p:nvPr>
        </p:nvSpPr>
        <p:spPr>
          <a:xfrm>
            <a:off x="371475" y="1233488"/>
            <a:ext cx="7450621" cy="4967287"/>
          </a:xfrm>
        </p:spPr>
        <p:txBody>
          <a:bodyPr>
            <a:normAutofit/>
          </a:bodyPr>
          <a:lstStyle>
            <a:lvl1pPr marL="0" indent="0" algn="ctr">
              <a:buNone/>
              <a:defRPr sz="2000"/>
            </a:lvl1pPr>
          </a:lstStyle>
          <a:p>
            <a:r>
              <a:rPr lang="en-US"/>
              <a:t>Click icon to add chart</a:t>
            </a:r>
            <a:endParaRPr lang="en-US" dirty="0"/>
          </a:p>
        </p:txBody>
      </p:sp>
      <p:sp>
        <p:nvSpPr>
          <p:cNvPr id="5" name="Picture Placeholder 4">
            <a:extLst>
              <a:ext uri="{FF2B5EF4-FFF2-40B4-BE49-F238E27FC236}">
                <a16:creationId xmlns:a16="http://schemas.microsoft.com/office/drawing/2014/main" id="{F1D1D3DC-359F-47D3-A498-6E5DEF615BD3}"/>
              </a:ext>
            </a:extLst>
          </p:cNvPr>
          <p:cNvSpPr>
            <a:spLocks noGrp="1"/>
          </p:cNvSpPr>
          <p:nvPr>
            <p:ph type="pic" sz="quarter" idx="14"/>
          </p:nvPr>
        </p:nvSpPr>
        <p:spPr>
          <a:xfrm>
            <a:off x="7940675" y="1233488"/>
            <a:ext cx="3951288" cy="4967287"/>
          </a:xfrm>
        </p:spPr>
        <p:txBody>
          <a:bodyPr>
            <a:normAutofit/>
          </a:bodyPr>
          <a:lstStyle>
            <a:lvl1pPr marL="0" indent="0" algn="ctr">
              <a:buNone/>
              <a:defRPr sz="2000"/>
            </a:lvl1pPr>
          </a:lstStyle>
          <a:p>
            <a:r>
              <a:rPr lang="en-US"/>
              <a:t>Click icon to add picture</a:t>
            </a:r>
            <a:endParaRPr lang="en-US" dirty="0"/>
          </a:p>
        </p:txBody>
      </p:sp>
    </p:spTree>
    <p:extLst>
      <p:ext uri="{BB962C8B-B14F-4D97-AF65-F5344CB8AC3E}">
        <p14:creationId xmlns:p14="http://schemas.microsoft.com/office/powerpoint/2010/main" val="384059300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5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B3C88-F13B-4B5F-920D-B4EFFAA592E5}"/>
              </a:ext>
            </a:extLst>
          </p:cNvPr>
          <p:cNvSpPr>
            <a:spLocks noGrp="1"/>
          </p:cNvSpPr>
          <p:nvPr>
            <p:ph type="title"/>
          </p:nvPr>
        </p:nvSpPr>
        <p:spPr>
          <a:xfrm>
            <a:off x="371475" y="260351"/>
            <a:ext cx="11520488" cy="758824"/>
          </a:xfrm>
        </p:spPr>
        <p:txBody>
          <a:bodyPr/>
          <a:lstStyle/>
          <a:p>
            <a:r>
              <a:rPr lang="en-US"/>
              <a:t>Click to edit Master title style</a:t>
            </a:r>
            <a:endParaRPr lang="en-US" dirty="0"/>
          </a:p>
        </p:txBody>
      </p:sp>
      <p:sp>
        <p:nvSpPr>
          <p:cNvPr id="17" name="Slide Number Placeholder 4">
            <a:extLst>
              <a:ext uri="{FF2B5EF4-FFF2-40B4-BE49-F238E27FC236}">
                <a16:creationId xmlns:a16="http://schemas.microsoft.com/office/drawing/2014/main" id="{76336E3A-55EE-4423-B1AA-7489CA988813}"/>
              </a:ext>
            </a:extLst>
          </p:cNvPr>
          <p:cNvSpPr>
            <a:spLocks noGrp="1"/>
          </p:cNvSpPr>
          <p:nvPr>
            <p:ph type="sldNum" sz="quarter" idx="12"/>
          </p:nvPr>
        </p:nvSpPr>
        <p:spPr>
          <a:xfrm>
            <a:off x="11518900" y="6581978"/>
            <a:ext cx="373062" cy="206104"/>
          </a:xfrm>
        </p:spPr>
        <p:txBody>
          <a:bodyPr/>
          <a:lstStyle/>
          <a:p>
            <a:fld id="{03DC2DEF-D2FE-4B45-ABA4-9F153FD1C98A}" type="slidenum">
              <a:rPr lang="en-US" smtClean="0"/>
              <a:t>‹#›</a:t>
            </a:fld>
            <a:endParaRPr lang="en-US" dirty="0"/>
          </a:p>
        </p:txBody>
      </p:sp>
      <p:cxnSp>
        <p:nvCxnSpPr>
          <p:cNvPr id="24" name="Straight Connector 23">
            <a:extLst>
              <a:ext uri="{FF2B5EF4-FFF2-40B4-BE49-F238E27FC236}">
                <a16:creationId xmlns:a16="http://schemas.microsoft.com/office/drawing/2014/main" id="{0C61EA57-B8EA-4589-A9DD-E25F300D5AFD}"/>
              </a:ext>
            </a:extLst>
          </p:cNvPr>
          <p:cNvCxnSpPr/>
          <p:nvPr userDrawn="1"/>
        </p:nvCxnSpPr>
        <p:spPr>
          <a:xfrm>
            <a:off x="4790661" y="6917634"/>
            <a:ext cx="1918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56084AEC-DB39-4367-A213-BB2FE4AD38BE}"/>
              </a:ext>
            </a:extLst>
          </p:cNvPr>
          <p:cNvSpPr>
            <a:spLocks noGrp="1"/>
          </p:cNvSpPr>
          <p:nvPr>
            <p:ph type="chart" sz="quarter" idx="13"/>
          </p:nvPr>
        </p:nvSpPr>
        <p:spPr>
          <a:xfrm>
            <a:off x="381415" y="1233488"/>
            <a:ext cx="5512490" cy="4967287"/>
          </a:xfrm>
        </p:spPr>
        <p:txBody>
          <a:bodyPr>
            <a:normAutofit/>
          </a:bodyPr>
          <a:lstStyle>
            <a:lvl1pPr marL="0" indent="0" algn="ctr">
              <a:buNone/>
              <a:defRPr sz="2000"/>
            </a:lvl1pPr>
          </a:lstStyle>
          <a:p>
            <a:r>
              <a:rPr lang="en-US"/>
              <a:t>Click icon to add chart</a:t>
            </a:r>
            <a:endParaRPr lang="en-US" dirty="0"/>
          </a:p>
        </p:txBody>
      </p:sp>
      <p:sp>
        <p:nvSpPr>
          <p:cNvPr id="7" name="Chart Placeholder 3">
            <a:extLst>
              <a:ext uri="{FF2B5EF4-FFF2-40B4-BE49-F238E27FC236}">
                <a16:creationId xmlns:a16="http://schemas.microsoft.com/office/drawing/2014/main" id="{6750280A-6976-42F9-B984-8601DD1972DC}"/>
              </a:ext>
            </a:extLst>
          </p:cNvPr>
          <p:cNvSpPr>
            <a:spLocks noGrp="1"/>
          </p:cNvSpPr>
          <p:nvPr>
            <p:ph type="chart" sz="quarter" idx="14"/>
          </p:nvPr>
        </p:nvSpPr>
        <p:spPr>
          <a:xfrm>
            <a:off x="6379473" y="1233488"/>
            <a:ext cx="5512490" cy="4967287"/>
          </a:xfrm>
        </p:spPr>
        <p:txBody>
          <a:bodyPr>
            <a:normAutofit/>
          </a:bodyPr>
          <a:lstStyle>
            <a:lvl1pPr marL="0" indent="0" algn="ctr">
              <a:buNone/>
              <a:defRPr sz="2000"/>
            </a:lvl1pPr>
          </a:lstStyle>
          <a:p>
            <a:r>
              <a:rPr lang="en-US"/>
              <a:t>Click icon to add chart</a:t>
            </a:r>
            <a:endParaRPr lang="en-US" dirty="0"/>
          </a:p>
        </p:txBody>
      </p:sp>
      <p:cxnSp>
        <p:nvCxnSpPr>
          <p:cNvPr id="6" name="Straight Connector 5">
            <a:extLst>
              <a:ext uri="{FF2B5EF4-FFF2-40B4-BE49-F238E27FC236}">
                <a16:creationId xmlns:a16="http://schemas.microsoft.com/office/drawing/2014/main" id="{5E63221D-DF23-4F80-AB42-A74C1B1CB425}"/>
              </a:ext>
            </a:extLst>
          </p:cNvPr>
          <p:cNvCxnSpPr/>
          <p:nvPr userDrawn="1"/>
        </p:nvCxnSpPr>
        <p:spPr>
          <a:xfrm>
            <a:off x="6125817" y="1233488"/>
            <a:ext cx="0" cy="4967287"/>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773957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6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B3C88-F13B-4B5F-920D-B4EFFAA592E5}"/>
              </a:ext>
            </a:extLst>
          </p:cNvPr>
          <p:cNvSpPr>
            <a:spLocks noGrp="1"/>
          </p:cNvSpPr>
          <p:nvPr>
            <p:ph type="title"/>
          </p:nvPr>
        </p:nvSpPr>
        <p:spPr>
          <a:xfrm>
            <a:off x="371475" y="260351"/>
            <a:ext cx="11520488" cy="758824"/>
          </a:xfrm>
        </p:spPr>
        <p:txBody>
          <a:bodyPr/>
          <a:lstStyle/>
          <a:p>
            <a:r>
              <a:rPr lang="en-US"/>
              <a:t>Click to edit Master title style</a:t>
            </a:r>
            <a:endParaRPr lang="en-US" dirty="0"/>
          </a:p>
        </p:txBody>
      </p:sp>
      <p:sp>
        <p:nvSpPr>
          <p:cNvPr id="17" name="Slide Number Placeholder 4">
            <a:extLst>
              <a:ext uri="{FF2B5EF4-FFF2-40B4-BE49-F238E27FC236}">
                <a16:creationId xmlns:a16="http://schemas.microsoft.com/office/drawing/2014/main" id="{76336E3A-55EE-4423-B1AA-7489CA988813}"/>
              </a:ext>
            </a:extLst>
          </p:cNvPr>
          <p:cNvSpPr>
            <a:spLocks noGrp="1"/>
          </p:cNvSpPr>
          <p:nvPr>
            <p:ph type="sldNum" sz="quarter" idx="12"/>
          </p:nvPr>
        </p:nvSpPr>
        <p:spPr>
          <a:xfrm>
            <a:off x="11518900" y="6581978"/>
            <a:ext cx="373062" cy="206104"/>
          </a:xfrm>
        </p:spPr>
        <p:txBody>
          <a:bodyPr/>
          <a:lstStyle/>
          <a:p>
            <a:fld id="{03DC2DEF-D2FE-4B45-ABA4-9F153FD1C98A}" type="slidenum">
              <a:rPr lang="en-US" smtClean="0"/>
              <a:t>‹#›</a:t>
            </a:fld>
            <a:endParaRPr lang="en-US" dirty="0"/>
          </a:p>
        </p:txBody>
      </p:sp>
      <p:cxnSp>
        <p:nvCxnSpPr>
          <p:cNvPr id="24" name="Straight Connector 23">
            <a:extLst>
              <a:ext uri="{FF2B5EF4-FFF2-40B4-BE49-F238E27FC236}">
                <a16:creationId xmlns:a16="http://schemas.microsoft.com/office/drawing/2014/main" id="{0C61EA57-B8EA-4589-A9DD-E25F300D5AFD}"/>
              </a:ext>
            </a:extLst>
          </p:cNvPr>
          <p:cNvCxnSpPr/>
          <p:nvPr userDrawn="1"/>
        </p:nvCxnSpPr>
        <p:spPr>
          <a:xfrm>
            <a:off x="4790661" y="6917634"/>
            <a:ext cx="1918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56084AEC-DB39-4367-A213-BB2FE4AD38BE}"/>
              </a:ext>
            </a:extLst>
          </p:cNvPr>
          <p:cNvSpPr>
            <a:spLocks noGrp="1"/>
          </p:cNvSpPr>
          <p:nvPr>
            <p:ph type="chart" sz="quarter" idx="13"/>
          </p:nvPr>
        </p:nvSpPr>
        <p:spPr>
          <a:xfrm>
            <a:off x="510622" y="1362696"/>
            <a:ext cx="5552246" cy="2294899"/>
          </a:xfrm>
        </p:spPr>
        <p:txBody>
          <a:bodyPr>
            <a:normAutofit/>
          </a:bodyPr>
          <a:lstStyle>
            <a:lvl1pPr marL="0" indent="0" algn="ctr">
              <a:buNone/>
              <a:defRPr sz="2000"/>
            </a:lvl1pPr>
          </a:lstStyle>
          <a:p>
            <a:r>
              <a:rPr lang="en-US"/>
              <a:t>Click icon to add chart</a:t>
            </a:r>
            <a:endParaRPr lang="en-US" dirty="0"/>
          </a:p>
        </p:txBody>
      </p:sp>
      <p:sp>
        <p:nvSpPr>
          <p:cNvPr id="9" name="Chart Placeholder 3">
            <a:extLst>
              <a:ext uri="{FF2B5EF4-FFF2-40B4-BE49-F238E27FC236}">
                <a16:creationId xmlns:a16="http://schemas.microsoft.com/office/drawing/2014/main" id="{3CC4F2FB-E360-40E2-BDA5-455EB243C216}"/>
              </a:ext>
            </a:extLst>
          </p:cNvPr>
          <p:cNvSpPr>
            <a:spLocks noGrp="1"/>
          </p:cNvSpPr>
          <p:nvPr>
            <p:ph type="chart" sz="quarter" idx="14"/>
          </p:nvPr>
        </p:nvSpPr>
        <p:spPr>
          <a:xfrm>
            <a:off x="500682" y="3781218"/>
            <a:ext cx="5552246" cy="2294899"/>
          </a:xfrm>
        </p:spPr>
        <p:txBody>
          <a:bodyPr>
            <a:normAutofit/>
          </a:bodyPr>
          <a:lstStyle>
            <a:lvl1pPr marL="0" indent="0" algn="ctr">
              <a:buNone/>
              <a:defRPr sz="2000"/>
            </a:lvl1pPr>
          </a:lstStyle>
          <a:p>
            <a:r>
              <a:rPr lang="en-US"/>
              <a:t>Click icon to add chart</a:t>
            </a:r>
            <a:endParaRPr lang="en-US" dirty="0"/>
          </a:p>
        </p:txBody>
      </p:sp>
      <p:sp>
        <p:nvSpPr>
          <p:cNvPr id="10" name="Chart Placeholder 3">
            <a:extLst>
              <a:ext uri="{FF2B5EF4-FFF2-40B4-BE49-F238E27FC236}">
                <a16:creationId xmlns:a16="http://schemas.microsoft.com/office/drawing/2014/main" id="{6373EAFD-6648-4861-97FB-A3961B86C814}"/>
              </a:ext>
            </a:extLst>
          </p:cNvPr>
          <p:cNvSpPr>
            <a:spLocks noGrp="1"/>
          </p:cNvSpPr>
          <p:nvPr>
            <p:ph type="chart" sz="quarter" idx="15"/>
          </p:nvPr>
        </p:nvSpPr>
        <p:spPr>
          <a:xfrm>
            <a:off x="6208643" y="1367561"/>
            <a:ext cx="5552246" cy="2294899"/>
          </a:xfrm>
        </p:spPr>
        <p:txBody>
          <a:bodyPr>
            <a:normAutofit/>
          </a:bodyPr>
          <a:lstStyle>
            <a:lvl1pPr marL="0" indent="0" algn="ctr">
              <a:buNone/>
              <a:defRPr sz="2000"/>
            </a:lvl1pPr>
          </a:lstStyle>
          <a:p>
            <a:r>
              <a:rPr lang="en-US"/>
              <a:t>Click icon to add chart</a:t>
            </a:r>
            <a:endParaRPr lang="en-US" dirty="0"/>
          </a:p>
        </p:txBody>
      </p:sp>
      <p:sp>
        <p:nvSpPr>
          <p:cNvPr id="11" name="Chart Placeholder 3">
            <a:extLst>
              <a:ext uri="{FF2B5EF4-FFF2-40B4-BE49-F238E27FC236}">
                <a16:creationId xmlns:a16="http://schemas.microsoft.com/office/drawing/2014/main" id="{CF0E102C-57E1-46ED-BE41-21C356F42BAD}"/>
              </a:ext>
            </a:extLst>
          </p:cNvPr>
          <p:cNvSpPr>
            <a:spLocks noGrp="1"/>
          </p:cNvSpPr>
          <p:nvPr>
            <p:ph type="chart" sz="quarter" idx="16"/>
          </p:nvPr>
        </p:nvSpPr>
        <p:spPr>
          <a:xfrm>
            <a:off x="6198703" y="3786083"/>
            <a:ext cx="5552246" cy="2294899"/>
          </a:xfrm>
        </p:spPr>
        <p:txBody>
          <a:bodyPr>
            <a:normAutofit/>
          </a:bodyPr>
          <a:lstStyle>
            <a:lvl1pPr marL="0" indent="0" algn="ctr">
              <a:buNone/>
              <a:defRPr sz="2000"/>
            </a:lvl1pPr>
          </a:lstStyle>
          <a:p>
            <a:r>
              <a:rPr lang="en-US"/>
              <a:t>Click icon to add chart</a:t>
            </a:r>
            <a:endParaRPr lang="en-US" dirty="0"/>
          </a:p>
        </p:txBody>
      </p:sp>
    </p:spTree>
    <p:extLst>
      <p:ext uri="{BB962C8B-B14F-4D97-AF65-F5344CB8AC3E}">
        <p14:creationId xmlns:p14="http://schemas.microsoft.com/office/powerpoint/2010/main" val="10208442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5_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6607FB0-0FB2-41FD-B334-74C7B05B8CEE}"/>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Picture Placeholder 8">
            <a:extLst>
              <a:ext uri="{FF2B5EF4-FFF2-40B4-BE49-F238E27FC236}">
                <a16:creationId xmlns:a16="http://schemas.microsoft.com/office/drawing/2014/main" id="{2D02598E-521E-41CD-B068-134834CFF4FF}"/>
              </a:ext>
            </a:extLst>
          </p:cNvPr>
          <p:cNvSpPr>
            <a:spLocks noGrp="1"/>
          </p:cNvSpPr>
          <p:nvPr>
            <p:ph type="pic" sz="quarter" idx="10"/>
          </p:nvPr>
        </p:nvSpPr>
        <p:spPr>
          <a:xfrm>
            <a:off x="0" y="0"/>
            <a:ext cx="12192000" cy="6857999"/>
          </a:xfrm>
          <a:solidFill>
            <a:schemeClr val="bg1">
              <a:lumMod val="95000"/>
            </a:schemeClr>
          </a:solidFill>
        </p:spPr>
        <p:txBody>
          <a:bodyPr>
            <a:normAutofit/>
          </a:bodyPr>
          <a:lstStyle>
            <a:lvl1pPr marL="0" indent="0" algn="ctr">
              <a:buNone/>
              <a:defRPr sz="1800"/>
            </a:lvl1pPr>
          </a:lstStyle>
          <a:p>
            <a:r>
              <a:rPr lang="en-US"/>
              <a:t>Click icon to add picture</a:t>
            </a:r>
            <a:endParaRPr lang="en-US" dirty="0"/>
          </a:p>
        </p:txBody>
      </p:sp>
      <p:sp>
        <p:nvSpPr>
          <p:cNvPr id="2" name="Title 1">
            <a:extLst>
              <a:ext uri="{FF2B5EF4-FFF2-40B4-BE49-F238E27FC236}">
                <a16:creationId xmlns:a16="http://schemas.microsoft.com/office/drawing/2014/main" id="{4E8B51C6-9166-4F67-995A-396809E6533C}"/>
              </a:ext>
            </a:extLst>
          </p:cNvPr>
          <p:cNvSpPr>
            <a:spLocks noGrp="1"/>
          </p:cNvSpPr>
          <p:nvPr>
            <p:ph type="ctrTitle" hasCustomPrompt="1"/>
          </p:nvPr>
        </p:nvSpPr>
        <p:spPr>
          <a:xfrm>
            <a:off x="1727201" y="2337595"/>
            <a:ext cx="8737600" cy="2182811"/>
          </a:xfrm>
        </p:spPr>
        <p:txBody>
          <a:bodyPr anchor="ctr">
            <a:normAutofit/>
          </a:bodyPr>
          <a:lstStyle>
            <a:lvl1pPr algn="ctr">
              <a:defRPr sz="11500">
                <a:solidFill>
                  <a:schemeClr val="tx1"/>
                </a:solidFill>
              </a:defRPr>
            </a:lvl1pPr>
          </a:lstStyle>
          <a:p>
            <a:r>
              <a:rPr lang="en-US" dirty="0"/>
              <a:t>Thank You</a:t>
            </a:r>
          </a:p>
        </p:txBody>
      </p:sp>
    </p:spTree>
    <p:extLst>
      <p:ext uri="{BB962C8B-B14F-4D97-AF65-F5344CB8AC3E}">
        <p14:creationId xmlns:p14="http://schemas.microsoft.com/office/powerpoint/2010/main" val="275753809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C3DD3-9184-4434-93FC-DDB3E5B5328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4302458-F7EC-4A75-A897-E73CF8028E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FD31584-D229-4F6C-BA8E-36782FDA8D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7" name="Slide Number Placeholder 6">
            <a:extLst>
              <a:ext uri="{FF2B5EF4-FFF2-40B4-BE49-F238E27FC236}">
                <a16:creationId xmlns:a16="http://schemas.microsoft.com/office/drawing/2014/main" id="{382B7AE8-665C-4FF6-B292-B525984D93C4}"/>
              </a:ext>
            </a:extLst>
          </p:cNvPr>
          <p:cNvSpPr>
            <a:spLocks noGrp="1"/>
          </p:cNvSpPr>
          <p:nvPr>
            <p:ph type="sldNum" sz="quarter" idx="12"/>
          </p:nvPr>
        </p:nvSpPr>
        <p:spPr/>
        <p:txBody>
          <a:bodyPr/>
          <a:lstStyle/>
          <a:p>
            <a:fld id="{03DC2DEF-D2FE-4B45-ABA4-9F153FD1C98A}" type="slidenum">
              <a:rPr lang="en-US" smtClean="0"/>
              <a:t>‹#›</a:t>
            </a:fld>
            <a:endParaRPr lang="en-US" dirty="0"/>
          </a:p>
        </p:txBody>
      </p:sp>
    </p:spTree>
    <p:extLst>
      <p:ext uri="{BB962C8B-B14F-4D97-AF65-F5344CB8AC3E}">
        <p14:creationId xmlns:p14="http://schemas.microsoft.com/office/powerpoint/2010/main" val="139031890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2ACFC-0D65-4857-AAEE-904747F38A5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A594C5E-E06C-488C-AC82-331C53B94F1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74EC8C27-FA57-408C-8D6B-844D81BC831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7" name="Slide Number Placeholder 6">
            <a:extLst>
              <a:ext uri="{FF2B5EF4-FFF2-40B4-BE49-F238E27FC236}">
                <a16:creationId xmlns:a16="http://schemas.microsoft.com/office/drawing/2014/main" id="{E468A18F-96D4-4F1F-BF6B-EDFACBF8D67C}"/>
              </a:ext>
            </a:extLst>
          </p:cNvPr>
          <p:cNvSpPr>
            <a:spLocks noGrp="1"/>
          </p:cNvSpPr>
          <p:nvPr>
            <p:ph type="sldNum" sz="quarter" idx="12"/>
          </p:nvPr>
        </p:nvSpPr>
        <p:spPr/>
        <p:txBody>
          <a:bodyPr/>
          <a:lstStyle/>
          <a:p>
            <a:fld id="{03DC2DEF-D2FE-4B45-ABA4-9F153FD1C98A}" type="slidenum">
              <a:rPr lang="en-US" smtClean="0"/>
              <a:t>‹#›</a:t>
            </a:fld>
            <a:endParaRPr lang="en-US" dirty="0"/>
          </a:p>
        </p:txBody>
      </p:sp>
    </p:spTree>
    <p:extLst>
      <p:ext uri="{BB962C8B-B14F-4D97-AF65-F5344CB8AC3E}">
        <p14:creationId xmlns:p14="http://schemas.microsoft.com/office/powerpoint/2010/main" val="180341607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0060ACE-E228-45FD-83E3-FF4D1CCF705F}"/>
              </a:ext>
            </a:extLst>
          </p:cNvPr>
          <p:cNvSpPr>
            <a:spLocks noGrp="1"/>
          </p:cNvSpPr>
          <p:nvPr>
            <p:ph type="title"/>
          </p:nvPr>
        </p:nvSpPr>
        <p:spPr>
          <a:xfrm>
            <a:off x="371475" y="260351"/>
            <a:ext cx="11520487" cy="75882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88AF9FF-2A4E-41E6-956B-69BC625CC9A4}"/>
              </a:ext>
            </a:extLst>
          </p:cNvPr>
          <p:cNvSpPr>
            <a:spLocks noGrp="1"/>
          </p:cNvSpPr>
          <p:nvPr>
            <p:ph type="body" idx="1"/>
          </p:nvPr>
        </p:nvSpPr>
        <p:spPr>
          <a:xfrm>
            <a:off x="371474" y="1233488"/>
            <a:ext cx="11520487" cy="494347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a:extLst>
              <a:ext uri="{FF2B5EF4-FFF2-40B4-BE49-F238E27FC236}">
                <a16:creationId xmlns:a16="http://schemas.microsoft.com/office/drawing/2014/main" id="{CEE1F87C-C7F2-4F14-86B1-854B7B0C580E}"/>
              </a:ext>
            </a:extLst>
          </p:cNvPr>
          <p:cNvSpPr/>
          <p:nvPr userDrawn="1"/>
        </p:nvSpPr>
        <p:spPr>
          <a:xfrm>
            <a:off x="11229975" y="6512060"/>
            <a:ext cx="962025" cy="3459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Slide Number Placeholder 5">
            <a:extLst>
              <a:ext uri="{FF2B5EF4-FFF2-40B4-BE49-F238E27FC236}">
                <a16:creationId xmlns:a16="http://schemas.microsoft.com/office/drawing/2014/main" id="{94FD9470-E137-41DF-A5CA-C7B4B9856E94}"/>
              </a:ext>
            </a:extLst>
          </p:cNvPr>
          <p:cNvSpPr>
            <a:spLocks noGrp="1"/>
          </p:cNvSpPr>
          <p:nvPr>
            <p:ph type="sldNum" sz="quarter" idx="4"/>
          </p:nvPr>
        </p:nvSpPr>
        <p:spPr>
          <a:xfrm>
            <a:off x="11518900" y="6581978"/>
            <a:ext cx="373062" cy="206104"/>
          </a:xfrm>
          <a:prstGeom prst="rect">
            <a:avLst/>
          </a:prstGeom>
        </p:spPr>
        <p:txBody>
          <a:bodyPr vert="horz" lIns="91440" tIns="45720" rIns="91440" bIns="45720" rtlCol="0" anchor="ctr"/>
          <a:lstStyle>
            <a:lvl1pPr algn="r">
              <a:defRPr sz="1200">
                <a:solidFill>
                  <a:schemeClr val="bg1"/>
                </a:solidFill>
              </a:defRPr>
            </a:lvl1pPr>
          </a:lstStyle>
          <a:p>
            <a:fld id="{03DC2DEF-D2FE-4B45-ABA4-9F153FD1C98A}" type="slidenum">
              <a:rPr lang="en-US" smtClean="0"/>
              <a:pPr/>
              <a:t>‹#›</a:t>
            </a:fld>
            <a:endParaRPr lang="en-US" dirty="0"/>
          </a:p>
        </p:txBody>
      </p:sp>
      <p:sp>
        <p:nvSpPr>
          <p:cNvPr id="8" name="Rectangle 7">
            <a:extLst>
              <a:ext uri="{FF2B5EF4-FFF2-40B4-BE49-F238E27FC236}">
                <a16:creationId xmlns:a16="http://schemas.microsoft.com/office/drawing/2014/main" id="{48AB12CC-D752-4664-B92F-BAEFF0416B7E}"/>
              </a:ext>
            </a:extLst>
          </p:cNvPr>
          <p:cNvSpPr/>
          <p:nvPr userDrawn="1"/>
        </p:nvSpPr>
        <p:spPr>
          <a:xfrm>
            <a:off x="0" y="260350"/>
            <a:ext cx="300037" cy="7556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434583292"/>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61" r:id="rId3"/>
    <p:sldLayoutId id="2147483662" r:id="rId4"/>
    <p:sldLayoutId id="2147483663" r:id="rId5"/>
    <p:sldLayoutId id="2147483650" r:id="rId6"/>
    <p:sldLayoutId id="2147483664" r:id="rId7"/>
    <p:sldLayoutId id="2147483665" r:id="rId8"/>
    <p:sldLayoutId id="2147483666" r:id="rId9"/>
    <p:sldLayoutId id="2147483667" r:id="rId10"/>
    <p:sldLayoutId id="2147483668" r:id="rId11"/>
    <p:sldLayoutId id="2147483669" r:id="rId12"/>
    <p:sldLayoutId id="2147483651" r:id="rId13"/>
    <p:sldLayoutId id="2147483670" r:id="rId14"/>
    <p:sldLayoutId id="2147483671" r:id="rId15"/>
    <p:sldLayoutId id="2147483672" r:id="rId16"/>
    <p:sldLayoutId id="2147483673" r:id="rId17"/>
    <p:sldLayoutId id="2147483652" r:id="rId18"/>
    <p:sldLayoutId id="2147483674" r:id="rId19"/>
    <p:sldLayoutId id="2147483675" r:id="rId20"/>
    <p:sldLayoutId id="2147483676" r:id="rId21"/>
    <p:sldLayoutId id="2147483677" r:id="rId22"/>
    <p:sldLayoutId id="2147483655" r:id="rId23"/>
    <p:sldLayoutId id="2147483678" r:id="rId24"/>
    <p:sldLayoutId id="2147483679" r:id="rId25"/>
    <p:sldLayoutId id="2147483680" r:id="rId26"/>
    <p:sldLayoutId id="2147483681" r:id="rId27"/>
    <p:sldLayoutId id="2147483653" r:id="rId28"/>
    <p:sldLayoutId id="2147483682" r:id="rId29"/>
    <p:sldLayoutId id="2147483683" r:id="rId30"/>
    <p:sldLayoutId id="2147483684" r:id="rId31"/>
    <p:sldLayoutId id="2147483685" r:id="rId32"/>
    <p:sldLayoutId id="2147483654" r:id="rId33"/>
    <p:sldLayoutId id="2147483686" r:id="rId34"/>
    <p:sldLayoutId id="2147483687" r:id="rId35"/>
    <p:sldLayoutId id="2147483689" r:id="rId36"/>
    <p:sldLayoutId id="2147483688" r:id="rId37"/>
    <p:sldLayoutId id="2147483690" r:id="rId38"/>
    <p:sldLayoutId id="2147483691" r:id="rId39"/>
    <p:sldLayoutId id="2147483692" r:id="rId40"/>
    <p:sldLayoutId id="2147483693" r:id="rId41"/>
    <p:sldLayoutId id="2147483694" r:id="rId42"/>
    <p:sldLayoutId id="2147483695" r:id="rId43"/>
    <p:sldLayoutId id="2147483696" r:id="rId44"/>
    <p:sldLayoutId id="2147483697" r:id="rId45"/>
    <p:sldLayoutId id="2147483698" r:id="rId46"/>
    <p:sldLayoutId id="2147483699" r:id="rId47"/>
    <p:sldLayoutId id="2147483700" r:id="rId48"/>
    <p:sldLayoutId id="2147483701" r:id="rId49"/>
    <p:sldLayoutId id="2147483702" r:id="rId50"/>
    <p:sldLayoutId id="2147483656" r:id="rId51"/>
    <p:sldLayoutId id="2147483657" r:id="rId52"/>
  </p:sldLayoutIdLst>
  <p:hf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4" userDrawn="1">
          <p15:clr>
            <a:srgbClr val="F26B43"/>
          </p15:clr>
        </p15:guide>
        <p15:guide id="2" pos="234" userDrawn="1">
          <p15:clr>
            <a:srgbClr val="F26B43"/>
          </p15:clr>
        </p15:guide>
        <p15:guide id="3" orient="horz" pos="4133" userDrawn="1">
          <p15:clr>
            <a:srgbClr val="F26B43"/>
          </p15:clr>
        </p15:guide>
        <p15:guide id="4" pos="7491" userDrawn="1">
          <p15:clr>
            <a:srgbClr val="F26B43"/>
          </p15:clr>
        </p15:guide>
        <p15:guide id="5" orient="horz" pos="640" userDrawn="1">
          <p15:clr>
            <a:srgbClr val="F26B43"/>
          </p15:clr>
        </p15:guide>
        <p15:guide id="6" orient="horz" pos="777" userDrawn="1">
          <p15:clr>
            <a:srgbClr val="F26B43"/>
          </p15:clr>
        </p15:guide>
        <p15:guide id="7" orient="horz" pos="4020" userDrawn="1">
          <p15:clr>
            <a:srgbClr val="F26B43"/>
          </p15:clr>
        </p15:guide>
        <p15:guide id="8" orient="horz" pos="3906"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45.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45.xml"/></Relationships>
</file>

<file path=ppt/slides/_rels/slide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image" Target="../media/image12.jpg"/><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image" Target="../media/image6.png"/><Relationship Id="rId1" Type="http://schemas.openxmlformats.org/officeDocument/2006/relationships/slideLayout" Target="../slideLayouts/slideLayout45.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hyperlink" Target="https://www2.census.gov/library/working-papers/2025/adrm/ces/CES-WP-25-25.pdf" TargetMode="External"/><Relationship Id="rId2" Type="http://schemas.openxmlformats.org/officeDocument/2006/relationships/hyperlink" Target="https://www.federalregister.gov/documents/2024/03/01/2024-04139/improving-child-care-access-affordability-and-stability-in-the-child-care-and-development-fund-ccdf" TargetMode="External"/><Relationship Id="rId1" Type="http://schemas.openxmlformats.org/officeDocument/2006/relationships/slideLayout" Target="../slideLayouts/slideLayout4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descr="A group of babies sitting on the floor&#10;&#10;AI-generated content may be incorrect.">
            <a:extLst>
              <a:ext uri="{FF2B5EF4-FFF2-40B4-BE49-F238E27FC236}">
                <a16:creationId xmlns:a16="http://schemas.microsoft.com/office/drawing/2014/main" id="{A8112329-3D78-E1F8-A670-EA35CBA7E67B}"/>
              </a:ext>
            </a:extLst>
          </p:cNvPr>
          <p:cNvPicPr>
            <a:picLocks noGrp="1" noChangeAspect="1"/>
          </p:cNvPicPr>
          <p:nvPr>
            <p:ph type="pic" sz="quarter" idx="10"/>
          </p:nvPr>
        </p:nvPicPr>
        <p:blipFill>
          <a:blip r:embed="rId2"/>
          <a:srcRect t="5326" b="29813"/>
          <a:stretch>
            <a:fillRect/>
          </a:stretch>
        </p:blipFill>
        <p:spPr>
          <a:xfrm>
            <a:off x="20" y="10"/>
            <a:ext cx="12191980" cy="4448165"/>
          </a:xfrm>
          <a:noFill/>
        </p:spPr>
      </p:pic>
      <p:sp>
        <p:nvSpPr>
          <p:cNvPr id="3" name="Title 2">
            <a:extLst>
              <a:ext uri="{FF2B5EF4-FFF2-40B4-BE49-F238E27FC236}">
                <a16:creationId xmlns:a16="http://schemas.microsoft.com/office/drawing/2014/main" id="{3D71C9CD-CAE8-4AC8-936D-333769D479E5}"/>
              </a:ext>
            </a:extLst>
          </p:cNvPr>
          <p:cNvSpPr>
            <a:spLocks noGrp="1"/>
          </p:cNvSpPr>
          <p:nvPr>
            <p:ph type="ctrTitle"/>
          </p:nvPr>
        </p:nvSpPr>
        <p:spPr>
          <a:xfrm>
            <a:off x="335756" y="4789483"/>
            <a:ext cx="11520488" cy="1176337"/>
          </a:xfrm>
        </p:spPr>
        <p:txBody>
          <a:bodyPr anchor="ctr">
            <a:normAutofit fontScale="90000"/>
          </a:bodyPr>
          <a:lstStyle/>
          <a:p>
            <a:r>
              <a:rPr lang="en-US" dirty="0"/>
              <a:t>The Price of Care: Understanding America’s Childcare Affordability Crisis</a:t>
            </a:r>
          </a:p>
        </p:txBody>
      </p:sp>
      <p:sp>
        <p:nvSpPr>
          <p:cNvPr id="4" name="Subtitle 3">
            <a:extLst>
              <a:ext uri="{FF2B5EF4-FFF2-40B4-BE49-F238E27FC236}">
                <a16:creationId xmlns:a16="http://schemas.microsoft.com/office/drawing/2014/main" id="{C6D24F99-E026-485A-96CD-AEC98137262A}"/>
              </a:ext>
            </a:extLst>
          </p:cNvPr>
          <p:cNvSpPr>
            <a:spLocks noGrp="1"/>
          </p:cNvSpPr>
          <p:nvPr>
            <p:ph type="subTitle" idx="1"/>
          </p:nvPr>
        </p:nvSpPr>
        <p:spPr>
          <a:xfrm>
            <a:off x="335756" y="6307128"/>
            <a:ext cx="11520488" cy="550862"/>
          </a:xfrm>
        </p:spPr>
        <p:txBody>
          <a:bodyPr>
            <a:normAutofit/>
          </a:bodyPr>
          <a:lstStyle/>
          <a:p>
            <a:r>
              <a:rPr lang="en-US" dirty="0"/>
              <a:t>By: Joanna Sierra-Mendoza</a:t>
            </a:r>
          </a:p>
        </p:txBody>
      </p:sp>
    </p:spTree>
    <p:extLst>
      <p:ext uri="{BB962C8B-B14F-4D97-AF65-F5344CB8AC3E}">
        <p14:creationId xmlns:p14="http://schemas.microsoft.com/office/powerpoint/2010/main" val="14954965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2C00B059-8249-401E-BECD-DC838B36F9FB}"/>
              </a:ext>
            </a:extLst>
          </p:cNvPr>
          <p:cNvSpPr>
            <a:spLocks noGrp="1"/>
          </p:cNvSpPr>
          <p:nvPr>
            <p:ph type="title"/>
          </p:nvPr>
        </p:nvSpPr>
        <p:spPr/>
        <p:txBody>
          <a:bodyPr/>
          <a:lstStyle/>
          <a:p>
            <a:r>
              <a:rPr lang="en-US" dirty="0"/>
              <a:t>Average Childcare Cost Over Time </a:t>
            </a:r>
          </a:p>
        </p:txBody>
      </p:sp>
      <p:sp>
        <p:nvSpPr>
          <p:cNvPr id="3" name="Slide Number Placeholder 2">
            <a:extLst>
              <a:ext uri="{FF2B5EF4-FFF2-40B4-BE49-F238E27FC236}">
                <a16:creationId xmlns:a16="http://schemas.microsoft.com/office/drawing/2014/main" id="{581E71C2-3FC1-41C1-8255-33A1AC802247}"/>
              </a:ext>
            </a:extLst>
          </p:cNvPr>
          <p:cNvSpPr>
            <a:spLocks noGrp="1"/>
          </p:cNvSpPr>
          <p:nvPr>
            <p:ph type="sldNum" sz="quarter" idx="12"/>
          </p:nvPr>
        </p:nvSpPr>
        <p:spPr/>
        <p:txBody>
          <a:bodyPr/>
          <a:lstStyle/>
          <a:p>
            <a:fld id="{03DC2DEF-D2FE-4B45-ABA4-9F153FD1C98A}" type="slidenum">
              <a:rPr lang="en-US" smtClean="0"/>
              <a:t>2</a:t>
            </a:fld>
            <a:endParaRPr lang="en-US" dirty="0"/>
          </a:p>
        </p:txBody>
      </p:sp>
      <p:sp>
        <p:nvSpPr>
          <p:cNvPr id="18" name="Text Placeholder 17">
            <a:extLst>
              <a:ext uri="{FF2B5EF4-FFF2-40B4-BE49-F238E27FC236}">
                <a16:creationId xmlns:a16="http://schemas.microsoft.com/office/drawing/2014/main" id="{ED42596E-DB09-43F7-A053-18CEB2DDE639}"/>
              </a:ext>
            </a:extLst>
          </p:cNvPr>
          <p:cNvSpPr>
            <a:spLocks noGrp="1"/>
          </p:cNvSpPr>
          <p:nvPr>
            <p:ph type="body" sz="quarter" idx="14"/>
          </p:nvPr>
        </p:nvSpPr>
        <p:spPr/>
        <p:txBody>
          <a:bodyPr>
            <a:normAutofit fontScale="85000" lnSpcReduction="20000"/>
          </a:bodyPr>
          <a:lstStyle/>
          <a:p>
            <a:r>
              <a:rPr lang="en-US" dirty="0"/>
              <a:t>Center-Based Care (</a:t>
            </a:r>
            <a:r>
              <a:rPr lang="en-US" dirty="0" err="1"/>
              <a:t>MCInfant</a:t>
            </a:r>
            <a:r>
              <a:rPr lang="en-US" dirty="0"/>
              <a:t>): Care provided in licensed childcare centers with structured staff, facilities, and standardized programs.</a:t>
            </a:r>
          </a:p>
          <a:p>
            <a:r>
              <a:rPr lang="en-US" dirty="0"/>
              <a:t>Family-Based Care (</a:t>
            </a:r>
            <a:r>
              <a:rPr lang="en-US" dirty="0" err="1"/>
              <a:t>MFCCInfant</a:t>
            </a:r>
            <a:r>
              <a:rPr lang="en-US" dirty="0"/>
              <a:t>): Home-based childcare provided by individuals caring for small groups of children. </a:t>
            </a:r>
          </a:p>
          <a:p>
            <a:r>
              <a:rPr lang="en-US" dirty="0"/>
              <a:t>Both center-based and family-based infant care costs have steadily increased since 2008, with center-based care consistently remaining more expensive. </a:t>
            </a:r>
          </a:p>
          <a:p>
            <a:r>
              <a:rPr lang="en-US" dirty="0"/>
              <a:t>By 2018, weekly costs for center-based care exceeded $150, compared to around $120 for family-based care, indicating a growing affordability gap. </a:t>
            </a:r>
          </a:p>
        </p:txBody>
      </p:sp>
      <p:pic>
        <p:nvPicPr>
          <p:cNvPr id="6" name="Picture 5" descr="A graph showing the average growth of childcare costs over time&#10;&#10;AI-generated content may be incorrect.">
            <a:extLst>
              <a:ext uri="{FF2B5EF4-FFF2-40B4-BE49-F238E27FC236}">
                <a16:creationId xmlns:a16="http://schemas.microsoft.com/office/drawing/2014/main" id="{C20BA5EA-D38A-397C-3ADA-78445D23B0EE}"/>
              </a:ext>
            </a:extLst>
          </p:cNvPr>
          <p:cNvPicPr>
            <a:picLocks noChangeAspect="1"/>
          </p:cNvPicPr>
          <p:nvPr/>
        </p:nvPicPr>
        <p:blipFill>
          <a:blip r:embed="rId2"/>
          <a:stretch>
            <a:fillRect/>
          </a:stretch>
        </p:blipFill>
        <p:spPr>
          <a:xfrm>
            <a:off x="5233487" y="1590767"/>
            <a:ext cx="6557473" cy="4108540"/>
          </a:xfrm>
          <a:prstGeom prst="rect">
            <a:avLst/>
          </a:prstGeom>
        </p:spPr>
      </p:pic>
    </p:spTree>
    <p:extLst>
      <p:ext uri="{BB962C8B-B14F-4D97-AF65-F5344CB8AC3E}">
        <p14:creationId xmlns:p14="http://schemas.microsoft.com/office/powerpoint/2010/main" val="29000262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descr="A graph of the states by an infant&#10;&#10;AI-generated content may be incorrect.">
            <a:extLst>
              <a:ext uri="{FF2B5EF4-FFF2-40B4-BE49-F238E27FC236}">
                <a16:creationId xmlns:a16="http://schemas.microsoft.com/office/drawing/2014/main" id="{99138440-7D7F-9740-A877-BA062815938B}"/>
              </a:ext>
            </a:extLst>
          </p:cNvPr>
          <p:cNvPicPr>
            <a:picLocks noChangeAspect="1"/>
          </p:cNvPicPr>
          <p:nvPr/>
        </p:nvPicPr>
        <p:blipFill>
          <a:blip r:embed="rId2"/>
          <a:srcRect l="4194" r="6273"/>
          <a:stretch>
            <a:fillRect/>
          </a:stretch>
        </p:blipFill>
        <p:spPr>
          <a:xfrm>
            <a:off x="6118483" y="1857153"/>
            <a:ext cx="5773479" cy="4305300"/>
          </a:xfrm>
          <a:prstGeom prst="rect">
            <a:avLst/>
          </a:prstGeom>
        </p:spPr>
      </p:pic>
      <p:sp>
        <p:nvSpPr>
          <p:cNvPr id="6" name="Title 5">
            <a:extLst>
              <a:ext uri="{FF2B5EF4-FFF2-40B4-BE49-F238E27FC236}">
                <a16:creationId xmlns:a16="http://schemas.microsoft.com/office/drawing/2014/main" id="{DE253D32-8B7B-47D0-BB63-402C3DB9B549}"/>
              </a:ext>
            </a:extLst>
          </p:cNvPr>
          <p:cNvSpPr>
            <a:spLocks noGrp="1"/>
          </p:cNvSpPr>
          <p:nvPr>
            <p:ph type="title"/>
          </p:nvPr>
        </p:nvSpPr>
        <p:spPr>
          <a:xfrm>
            <a:off x="1244600" y="260351"/>
            <a:ext cx="9702800" cy="973137"/>
          </a:xfrm>
        </p:spPr>
        <p:txBody>
          <a:bodyPr anchor="ctr">
            <a:normAutofit/>
          </a:bodyPr>
          <a:lstStyle/>
          <a:p>
            <a:r>
              <a:rPr lang="en-US" dirty="0"/>
              <a:t>Most Expensive States for Child Care</a:t>
            </a:r>
          </a:p>
        </p:txBody>
      </p:sp>
      <p:sp>
        <p:nvSpPr>
          <p:cNvPr id="7" name="Content Placeholder 6">
            <a:extLst>
              <a:ext uri="{FF2B5EF4-FFF2-40B4-BE49-F238E27FC236}">
                <a16:creationId xmlns:a16="http://schemas.microsoft.com/office/drawing/2014/main" id="{1D6EB617-E017-4B26-9576-8578E948979A}"/>
              </a:ext>
            </a:extLst>
          </p:cNvPr>
          <p:cNvSpPr>
            <a:spLocks noGrp="1"/>
          </p:cNvSpPr>
          <p:nvPr>
            <p:ph idx="1"/>
          </p:nvPr>
        </p:nvSpPr>
        <p:spPr>
          <a:xfrm>
            <a:off x="546100" y="1638299"/>
            <a:ext cx="5346700" cy="4381501"/>
          </a:xfrm>
        </p:spPr>
        <p:txBody>
          <a:bodyPr>
            <a:normAutofit lnSpcReduction="10000"/>
          </a:bodyPr>
          <a:lstStyle/>
          <a:p>
            <a:r>
              <a:rPr lang="en-US" dirty="0"/>
              <a:t>Highest-cost states: Massachusetts, Hawaii, and California exceeded $270 per week for center-based infant care.</a:t>
            </a:r>
          </a:p>
          <a:p>
            <a:r>
              <a:rPr lang="en-US" dirty="0"/>
              <a:t>Lowest-cost states: Mississippi, Arkansas, and Alabama averaged under $110 per week for the same care.</a:t>
            </a:r>
          </a:p>
          <a:p>
            <a:r>
              <a:rPr lang="en-US" dirty="0"/>
              <a:t>The Northeast and West Coast consistently rank as the most expensive regions, while the South and Midwest remain the most affordable.</a:t>
            </a:r>
          </a:p>
          <a:p>
            <a:r>
              <a:rPr lang="en-US" dirty="0"/>
              <a:t>Center-based care averaged 30-50% higher than family-based care across nearly all states.</a:t>
            </a:r>
          </a:p>
        </p:txBody>
      </p:sp>
      <p:sp>
        <p:nvSpPr>
          <p:cNvPr id="4" name="Slide Number Placeholder 3">
            <a:extLst>
              <a:ext uri="{FF2B5EF4-FFF2-40B4-BE49-F238E27FC236}">
                <a16:creationId xmlns:a16="http://schemas.microsoft.com/office/drawing/2014/main" id="{D4C183CA-19AD-485E-AEC5-FC032D453828}"/>
              </a:ext>
            </a:extLst>
          </p:cNvPr>
          <p:cNvSpPr>
            <a:spLocks noGrp="1"/>
          </p:cNvSpPr>
          <p:nvPr>
            <p:ph type="sldNum" sz="quarter" idx="12"/>
          </p:nvPr>
        </p:nvSpPr>
        <p:spPr>
          <a:xfrm>
            <a:off x="11518900" y="6581978"/>
            <a:ext cx="373062" cy="206104"/>
          </a:xfrm>
        </p:spPr>
        <p:txBody>
          <a:bodyPr anchor="ctr">
            <a:normAutofit/>
          </a:bodyPr>
          <a:lstStyle/>
          <a:p>
            <a:pPr>
              <a:lnSpc>
                <a:spcPct val="90000"/>
              </a:lnSpc>
              <a:spcAft>
                <a:spcPts val="600"/>
              </a:spcAft>
            </a:pPr>
            <a:fld id="{03DC2DEF-D2FE-4B45-ABA4-9F153FD1C98A}" type="slidenum">
              <a:rPr lang="en-US" sz="800" smtClean="0"/>
              <a:pPr>
                <a:lnSpc>
                  <a:spcPct val="90000"/>
                </a:lnSpc>
                <a:spcAft>
                  <a:spcPts val="600"/>
                </a:spcAft>
              </a:pPr>
              <a:t>3</a:t>
            </a:fld>
            <a:endParaRPr lang="en-US" sz="800"/>
          </a:p>
        </p:txBody>
      </p:sp>
    </p:spTree>
    <p:extLst>
      <p:ext uri="{BB962C8B-B14F-4D97-AF65-F5344CB8AC3E}">
        <p14:creationId xmlns:p14="http://schemas.microsoft.com/office/powerpoint/2010/main" val="13003119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151932C-7145-4FBD-B81D-9ADC42401B87}"/>
              </a:ext>
            </a:extLst>
          </p:cNvPr>
          <p:cNvSpPr>
            <a:spLocks noGrp="1"/>
          </p:cNvSpPr>
          <p:nvPr>
            <p:ph type="title"/>
          </p:nvPr>
        </p:nvSpPr>
        <p:spPr/>
        <p:txBody>
          <a:bodyPr/>
          <a:lstStyle/>
          <a:p>
            <a:pPr algn="ctr"/>
            <a:r>
              <a:rPr lang="en-US" dirty="0"/>
              <a:t>Most Expensive States for 2018</a:t>
            </a:r>
          </a:p>
        </p:txBody>
      </p:sp>
      <p:sp>
        <p:nvSpPr>
          <p:cNvPr id="3" name="Slide Number Placeholder 2">
            <a:extLst>
              <a:ext uri="{FF2B5EF4-FFF2-40B4-BE49-F238E27FC236}">
                <a16:creationId xmlns:a16="http://schemas.microsoft.com/office/drawing/2014/main" id="{774AF259-0EA0-486A-A345-68549DF558C8}"/>
              </a:ext>
            </a:extLst>
          </p:cNvPr>
          <p:cNvSpPr>
            <a:spLocks noGrp="1"/>
          </p:cNvSpPr>
          <p:nvPr>
            <p:ph type="sldNum" sz="quarter" idx="12"/>
          </p:nvPr>
        </p:nvSpPr>
        <p:spPr/>
        <p:txBody>
          <a:bodyPr/>
          <a:lstStyle/>
          <a:p>
            <a:fld id="{03DC2DEF-D2FE-4B45-ABA4-9F153FD1C98A}" type="slidenum">
              <a:rPr lang="en-US" smtClean="0"/>
              <a:t>4</a:t>
            </a:fld>
            <a:endParaRPr lang="en-US" dirty="0"/>
          </a:p>
        </p:txBody>
      </p:sp>
      <p:sp>
        <p:nvSpPr>
          <p:cNvPr id="6" name="Content Placeholder 5">
            <a:extLst>
              <a:ext uri="{FF2B5EF4-FFF2-40B4-BE49-F238E27FC236}">
                <a16:creationId xmlns:a16="http://schemas.microsoft.com/office/drawing/2014/main" id="{33DA7B46-E592-40C7-91D7-A26B47A30C67}"/>
              </a:ext>
            </a:extLst>
          </p:cNvPr>
          <p:cNvSpPr>
            <a:spLocks noGrp="1"/>
          </p:cNvSpPr>
          <p:nvPr>
            <p:ph type="body" sz="quarter" idx="14"/>
          </p:nvPr>
        </p:nvSpPr>
        <p:spPr/>
        <p:txBody>
          <a:bodyPr/>
          <a:lstStyle/>
          <a:p>
            <a:r>
              <a:rPr lang="en-US" dirty="0"/>
              <a:t>Hawaii led the nation in average weekly childcare costs for 2018.</a:t>
            </a:r>
          </a:p>
          <a:p>
            <a:r>
              <a:rPr lang="en-US" dirty="0"/>
              <a:t>Families in high-cost states faced expenses nearly triple those in lower-cost regions.</a:t>
            </a:r>
          </a:p>
          <a:p>
            <a:r>
              <a:rPr lang="en-US" dirty="0"/>
              <a:t>Without stronger affordability policies, regional disparities will continue to limit equal access to quality childcare. </a:t>
            </a:r>
          </a:p>
          <a:p>
            <a:endParaRPr lang="en-US" dirty="0"/>
          </a:p>
        </p:txBody>
      </p:sp>
      <p:pic>
        <p:nvPicPr>
          <p:cNvPr id="9" name="Picture 8" descr="A graph of the states by aug infant care costs&#10;&#10;AI-generated content may be incorrect.">
            <a:extLst>
              <a:ext uri="{FF2B5EF4-FFF2-40B4-BE49-F238E27FC236}">
                <a16:creationId xmlns:a16="http://schemas.microsoft.com/office/drawing/2014/main" id="{E0F4452E-CDFE-566A-3612-15C375BF7E63}"/>
              </a:ext>
            </a:extLst>
          </p:cNvPr>
          <p:cNvPicPr>
            <a:picLocks noChangeAspect="1"/>
          </p:cNvPicPr>
          <p:nvPr/>
        </p:nvPicPr>
        <p:blipFill>
          <a:blip r:embed="rId2"/>
          <a:stretch>
            <a:fillRect/>
          </a:stretch>
        </p:blipFill>
        <p:spPr>
          <a:xfrm>
            <a:off x="4804437" y="1450975"/>
            <a:ext cx="6841463" cy="4682697"/>
          </a:xfrm>
          <a:prstGeom prst="rect">
            <a:avLst/>
          </a:prstGeom>
        </p:spPr>
      </p:pic>
    </p:spTree>
    <p:extLst>
      <p:ext uri="{BB962C8B-B14F-4D97-AF65-F5344CB8AC3E}">
        <p14:creationId xmlns:p14="http://schemas.microsoft.com/office/powerpoint/2010/main" val="32423899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C60B770E-507E-4361-9D91-5007702BFC32}"/>
              </a:ext>
            </a:extLst>
          </p:cNvPr>
          <p:cNvSpPr>
            <a:spLocks noGrp="1"/>
          </p:cNvSpPr>
          <p:nvPr>
            <p:ph type="title"/>
          </p:nvPr>
        </p:nvSpPr>
        <p:spPr>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2400">
                <a:ea typeface="+mn-ea"/>
                <a:cs typeface="+mn-cs"/>
              </a:rPr>
              <a:t>Workforce Participation vs Childcare Costs</a:t>
            </a:r>
            <a:endParaRPr kumimoji="0" lang="en-US" sz="2400" b="1" i="0" u="none" strike="noStrike" kern="1200" cap="none" spc="0" normalizeH="0" baseline="0" dirty="0">
              <a:ln>
                <a:noFill/>
              </a:ln>
              <a:solidFill>
                <a:schemeClr val="tx1"/>
              </a:solidFill>
              <a:effectLst/>
              <a:uLnTx/>
              <a:uFillTx/>
              <a:latin typeface="+mj-lt"/>
              <a:ea typeface="+mn-ea"/>
              <a:cs typeface="+mn-cs"/>
            </a:endParaRPr>
          </a:p>
        </p:txBody>
      </p:sp>
      <p:sp>
        <p:nvSpPr>
          <p:cNvPr id="3" name="Slide Number Placeholder 2">
            <a:extLst>
              <a:ext uri="{FF2B5EF4-FFF2-40B4-BE49-F238E27FC236}">
                <a16:creationId xmlns:a16="http://schemas.microsoft.com/office/drawing/2014/main" id="{8D0BEB88-12D3-41F1-B6BA-706EF7480FD3}"/>
              </a:ext>
            </a:extLst>
          </p:cNvPr>
          <p:cNvSpPr>
            <a:spLocks noGrp="1"/>
          </p:cNvSpPr>
          <p:nvPr>
            <p:ph type="sldNum" sz="quarter" idx="12"/>
          </p:nvPr>
        </p:nvSpPr>
        <p:spPr/>
        <p:txBody>
          <a:bodyPr/>
          <a:lstStyle/>
          <a:p>
            <a:fld id="{03DC2DEF-D2FE-4B45-ABA4-9F153FD1C98A}" type="slidenum">
              <a:rPr lang="en-US" smtClean="0"/>
              <a:t>5</a:t>
            </a:fld>
            <a:endParaRPr lang="en-US" dirty="0"/>
          </a:p>
        </p:txBody>
      </p:sp>
      <p:pic>
        <p:nvPicPr>
          <p:cNvPr id="16" name="Content Placeholder 15" descr="A graph showing the growth of a baby&#10;&#10;AI-generated content may be incorrect.">
            <a:extLst>
              <a:ext uri="{FF2B5EF4-FFF2-40B4-BE49-F238E27FC236}">
                <a16:creationId xmlns:a16="http://schemas.microsoft.com/office/drawing/2014/main" id="{6900F2B3-991D-C3DE-4219-E969157DFF43}"/>
              </a:ext>
            </a:extLst>
          </p:cNvPr>
          <p:cNvPicPr>
            <a:picLocks noGrp="1" noChangeAspect="1"/>
          </p:cNvPicPr>
          <p:nvPr>
            <p:ph idx="1"/>
          </p:nvPr>
        </p:nvPicPr>
        <p:blipFill>
          <a:blip r:embed="rId2"/>
          <a:srcRect l="3184" r="4258"/>
          <a:stretch>
            <a:fillRect/>
          </a:stretch>
        </p:blipFill>
        <p:spPr>
          <a:xfrm>
            <a:off x="6224529" y="2140438"/>
            <a:ext cx="5790129" cy="3612710"/>
          </a:xfrm>
        </p:spPr>
      </p:pic>
      <p:sp>
        <p:nvSpPr>
          <p:cNvPr id="17" name="TextBox 16">
            <a:extLst>
              <a:ext uri="{FF2B5EF4-FFF2-40B4-BE49-F238E27FC236}">
                <a16:creationId xmlns:a16="http://schemas.microsoft.com/office/drawing/2014/main" id="{64539A06-5F6A-74C6-3380-A445B1584E29}"/>
              </a:ext>
            </a:extLst>
          </p:cNvPr>
          <p:cNvSpPr txBox="1"/>
          <p:nvPr/>
        </p:nvSpPr>
        <p:spPr>
          <a:xfrm>
            <a:off x="484742" y="1685581"/>
            <a:ext cx="5321147" cy="2031325"/>
          </a:xfrm>
          <a:prstGeom prst="rect">
            <a:avLst/>
          </a:prstGeom>
          <a:noFill/>
        </p:spPr>
        <p:txBody>
          <a:bodyPr wrap="square" rtlCol="0">
            <a:spAutoFit/>
          </a:bodyPr>
          <a:lstStyle/>
          <a:p>
            <a:pPr marL="285750" indent="-285750">
              <a:buFont typeface="Arial" panose="020B0604020202020204" pitchFamily="34" charset="0"/>
              <a:buChar char="•"/>
            </a:pPr>
            <a:r>
              <a:rPr lang="en-US" sz="1400" dirty="0">
                <a:solidFill>
                  <a:schemeClr val="bg1"/>
                </a:solidFill>
              </a:rPr>
              <a:t>Between 2008 and 2018, the average weekly cost of infant childcare increased significantly while workforce participation among mothers with children under six remained nearly stagnant. The data reveal that despite economic recovery and rising employment rates during the decade, childcare affordability did not improve for families.</a:t>
            </a:r>
          </a:p>
          <a:p>
            <a:pPr marL="285750" indent="-285750">
              <a:buFont typeface="Arial" panose="020B0604020202020204" pitchFamily="34" charset="0"/>
              <a:buChar char="•"/>
            </a:pPr>
            <a:r>
              <a:rPr lang="en-US" sz="1400" dirty="0">
                <a:solidFill>
                  <a:schemeClr val="bg1"/>
                </a:solidFill>
              </a:rPr>
              <a:t>Higher childcare costs reduce mothers’ labor force participation, with the strongest effects among lower-income mothers. </a:t>
            </a:r>
          </a:p>
          <a:p>
            <a:pPr marL="285750" indent="-285750">
              <a:buFont typeface="Arial" panose="020B0604020202020204" pitchFamily="34" charset="0"/>
              <a:buChar char="•"/>
            </a:pPr>
            <a:endParaRPr lang="en-US" sz="1400" dirty="0">
              <a:solidFill>
                <a:schemeClr val="bg1"/>
              </a:solidFill>
            </a:endParaRPr>
          </a:p>
        </p:txBody>
      </p:sp>
    </p:spTree>
    <p:extLst>
      <p:ext uri="{BB962C8B-B14F-4D97-AF65-F5344CB8AC3E}">
        <p14:creationId xmlns:p14="http://schemas.microsoft.com/office/powerpoint/2010/main" val="31496707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1768246-2496-4F97-8FCA-02252116FF87}"/>
              </a:ext>
            </a:extLst>
          </p:cNvPr>
          <p:cNvSpPr>
            <a:spLocks noGrp="1"/>
          </p:cNvSpPr>
          <p:nvPr>
            <p:ph type="title"/>
          </p:nvPr>
        </p:nvSpPr>
        <p:spPr/>
        <p:txBody>
          <a:bodyPr/>
          <a:lstStyle/>
          <a:p>
            <a:r>
              <a:rPr lang="en-US" dirty="0"/>
              <a:t>Unemployment vs Childcare Costs </a:t>
            </a:r>
          </a:p>
        </p:txBody>
      </p:sp>
      <p:sp>
        <p:nvSpPr>
          <p:cNvPr id="2" name="Slide Number Placeholder 1">
            <a:extLst>
              <a:ext uri="{FF2B5EF4-FFF2-40B4-BE49-F238E27FC236}">
                <a16:creationId xmlns:a16="http://schemas.microsoft.com/office/drawing/2014/main" id="{7EAB17F8-59B5-4C93-9884-D30446299CA5}"/>
              </a:ext>
            </a:extLst>
          </p:cNvPr>
          <p:cNvSpPr>
            <a:spLocks noGrp="1"/>
          </p:cNvSpPr>
          <p:nvPr>
            <p:ph type="sldNum" sz="quarter" idx="12"/>
          </p:nvPr>
        </p:nvSpPr>
        <p:spPr/>
        <p:txBody>
          <a:bodyPr/>
          <a:lstStyle/>
          <a:p>
            <a:fld id="{03DC2DEF-D2FE-4B45-ABA4-9F153FD1C98A}" type="slidenum">
              <a:rPr lang="en-US" smtClean="0"/>
              <a:t>6</a:t>
            </a:fld>
            <a:endParaRPr lang="en-US" dirty="0"/>
          </a:p>
        </p:txBody>
      </p:sp>
      <p:pic>
        <p:nvPicPr>
          <p:cNvPr id="26" name="Picture Placeholder 25">
            <a:extLst>
              <a:ext uri="{FF2B5EF4-FFF2-40B4-BE49-F238E27FC236}">
                <a16:creationId xmlns:a16="http://schemas.microsoft.com/office/drawing/2014/main" id="{2AD0E03E-80ED-4CBF-B567-3E1EAB01FD41}"/>
              </a:ext>
              <a:ext uri="{C183D7F6-B498-43B3-948B-1728B52AA6E4}">
                <adec:decorative xmlns:adec="http://schemas.microsoft.com/office/drawing/2017/decorative" val="1"/>
              </a:ext>
            </a:extLst>
          </p:cNvPr>
          <p:cNvPicPr>
            <a:picLocks noGrp="1" noChangeAspect="1"/>
          </p:cNvPicPr>
          <p:nvPr>
            <p:ph type="chart" sz="quarter" idx="13"/>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p:blipFill>
        <p:spPr>
          <a:xfrm>
            <a:off x="6076950" y="1397794"/>
            <a:ext cx="4638675" cy="4638675"/>
          </a:xfrm>
        </p:spPr>
      </p:pic>
      <p:pic>
        <p:nvPicPr>
          <p:cNvPr id="24" name="Picture Placeholder 23">
            <a:extLst>
              <a:ext uri="{FF2B5EF4-FFF2-40B4-BE49-F238E27FC236}">
                <a16:creationId xmlns:a16="http://schemas.microsoft.com/office/drawing/2014/main" id="{F1E0AF3E-867C-4F0D-8325-9DC9A985B427}"/>
              </a:ext>
              <a:ext uri="{C183D7F6-B498-43B3-948B-1728B52AA6E4}">
                <adec:decorative xmlns:adec="http://schemas.microsoft.com/office/drawing/2017/decorative" val="1"/>
              </a:ext>
            </a:extLst>
          </p:cNvPr>
          <p:cNvPicPr>
            <a:picLocks noGrp="1" noChangeAspect="1"/>
          </p:cNvPicPr>
          <p:nvPr>
            <p:ph type="pic" sz="quarter" idx="4294967295"/>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6501" t="-5000" r="-16501" b="-5000"/>
          <a:stretch/>
        </p:blipFill>
        <p:spPr>
          <a:xfrm>
            <a:off x="10502900" y="1739900"/>
            <a:ext cx="1689100" cy="1397000"/>
          </a:xfrm>
        </p:spPr>
      </p:pic>
      <p:pic>
        <p:nvPicPr>
          <p:cNvPr id="28" name="Picture Placeholder 27">
            <a:extLst>
              <a:ext uri="{FF2B5EF4-FFF2-40B4-BE49-F238E27FC236}">
                <a16:creationId xmlns:a16="http://schemas.microsoft.com/office/drawing/2014/main" id="{43BC7054-E269-4210-98F5-65D485066725}"/>
              </a:ext>
              <a:ext uri="{C183D7F6-B498-43B3-948B-1728B52AA6E4}">
                <adec:decorative xmlns:adec="http://schemas.microsoft.com/office/drawing/2017/decorative" val="1"/>
              </a:ext>
            </a:extLst>
          </p:cNvPr>
          <p:cNvPicPr>
            <a:picLocks noGrp="1" noChangeAspect="1"/>
          </p:cNvPicPr>
          <p:nvPr>
            <p:ph type="pic" sz="quarter" idx="4294967295"/>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18293" t="-6483" r="-18293" b="-6483"/>
          <a:stretch/>
        </p:blipFill>
        <p:spPr>
          <a:xfrm>
            <a:off x="10502900" y="4264025"/>
            <a:ext cx="1689100" cy="1397000"/>
          </a:xfrm>
        </p:spPr>
      </p:pic>
      <p:pic>
        <p:nvPicPr>
          <p:cNvPr id="7" name="Picture 6" descr="A graph of the cost of unemployment&#10;&#10;AI-generated content may be incorrect.">
            <a:extLst>
              <a:ext uri="{FF2B5EF4-FFF2-40B4-BE49-F238E27FC236}">
                <a16:creationId xmlns:a16="http://schemas.microsoft.com/office/drawing/2014/main" id="{EDE546DA-C659-718B-E9E8-10AC30B95958}"/>
              </a:ext>
            </a:extLst>
          </p:cNvPr>
          <p:cNvPicPr>
            <a:picLocks noChangeAspect="1"/>
          </p:cNvPicPr>
          <p:nvPr/>
        </p:nvPicPr>
        <p:blipFill>
          <a:blip r:embed="rId8"/>
          <a:stretch>
            <a:fillRect/>
          </a:stretch>
        </p:blipFill>
        <p:spPr>
          <a:xfrm>
            <a:off x="4803700" y="1739900"/>
            <a:ext cx="7185173" cy="4155281"/>
          </a:xfrm>
          <a:prstGeom prst="rect">
            <a:avLst/>
          </a:prstGeom>
        </p:spPr>
      </p:pic>
      <p:sp>
        <p:nvSpPr>
          <p:cNvPr id="8" name="TextBox 7">
            <a:extLst>
              <a:ext uri="{FF2B5EF4-FFF2-40B4-BE49-F238E27FC236}">
                <a16:creationId xmlns:a16="http://schemas.microsoft.com/office/drawing/2014/main" id="{158FE6BA-8667-B82A-529D-72EC045C337B}"/>
              </a:ext>
            </a:extLst>
          </p:cNvPr>
          <p:cNvSpPr txBox="1"/>
          <p:nvPr/>
        </p:nvSpPr>
        <p:spPr>
          <a:xfrm>
            <a:off x="522514" y="2401768"/>
            <a:ext cx="4078059" cy="2831544"/>
          </a:xfrm>
          <a:prstGeom prst="rect">
            <a:avLst/>
          </a:prstGeom>
          <a:noFill/>
        </p:spPr>
        <p:txBody>
          <a:bodyPr wrap="square" rtlCol="0">
            <a:spAutoFit/>
          </a:bodyPr>
          <a:lstStyle/>
          <a:p>
            <a:r>
              <a:rPr lang="en-US" sz="2000" dirty="0">
                <a:solidFill>
                  <a:schemeClr val="bg1"/>
                </a:solidFill>
              </a:rPr>
              <a:t>Childcare costs continued to rise even during periods of fluctuating unemployment. This reflects on how childcare pricing operates independently from employment trends, highlighting system issues in affordability.</a:t>
            </a:r>
          </a:p>
          <a:p>
            <a:r>
              <a:rPr lang="en-US" sz="2000" dirty="0">
                <a:solidFill>
                  <a:schemeClr val="bg1"/>
                </a:solidFill>
              </a:rPr>
              <a:t> </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11630630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0130BA6-88E6-983F-815C-86CFC9E28A40}"/>
              </a:ext>
            </a:extLst>
          </p:cNvPr>
          <p:cNvSpPr>
            <a:spLocks noGrp="1"/>
          </p:cNvSpPr>
          <p:nvPr>
            <p:ph type="title"/>
          </p:nvPr>
        </p:nvSpPr>
        <p:spPr/>
        <p:txBody>
          <a:bodyPr/>
          <a:lstStyle/>
          <a:p>
            <a:r>
              <a:rPr lang="en-US" dirty="0"/>
              <a:t>National Burden of Childcare</a:t>
            </a:r>
          </a:p>
        </p:txBody>
      </p:sp>
      <p:pic>
        <p:nvPicPr>
          <p:cNvPr id="14" name="Content Placeholder 13" descr="A graph of growth of childcare burden&#10;&#10;AI-generated content may be incorrect.">
            <a:extLst>
              <a:ext uri="{FF2B5EF4-FFF2-40B4-BE49-F238E27FC236}">
                <a16:creationId xmlns:a16="http://schemas.microsoft.com/office/drawing/2014/main" id="{5E323E29-C9B6-50AC-7A2A-63FBE9D22615}"/>
              </a:ext>
            </a:extLst>
          </p:cNvPr>
          <p:cNvPicPr>
            <a:picLocks noGrp="1" noChangeAspect="1"/>
          </p:cNvPicPr>
          <p:nvPr>
            <p:ph idx="1"/>
          </p:nvPr>
        </p:nvPicPr>
        <p:blipFill>
          <a:blip r:embed="rId2"/>
          <a:stretch>
            <a:fillRect/>
          </a:stretch>
        </p:blipFill>
        <p:spPr>
          <a:xfrm>
            <a:off x="6330979" y="1917908"/>
            <a:ext cx="5861021" cy="3724001"/>
          </a:xfrm>
        </p:spPr>
      </p:pic>
      <p:sp>
        <p:nvSpPr>
          <p:cNvPr id="3" name="Slide Number Placeholder 2">
            <a:extLst>
              <a:ext uri="{FF2B5EF4-FFF2-40B4-BE49-F238E27FC236}">
                <a16:creationId xmlns:a16="http://schemas.microsoft.com/office/drawing/2014/main" id="{3BA95CE2-36F2-848E-8C2B-FBC31BF5F319}"/>
              </a:ext>
            </a:extLst>
          </p:cNvPr>
          <p:cNvSpPr>
            <a:spLocks noGrp="1"/>
          </p:cNvSpPr>
          <p:nvPr>
            <p:ph type="sldNum" sz="quarter" idx="12"/>
          </p:nvPr>
        </p:nvSpPr>
        <p:spPr/>
        <p:txBody>
          <a:bodyPr/>
          <a:lstStyle/>
          <a:p>
            <a:fld id="{03DC2DEF-D2FE-4B45-ABA4-9F153FD1C98A}" type="slidenum">
              <a:rPr lang="en-US" smtClean="0"/>
              <a:t>7</a:t>
            </a:fld>
            <a:endParaRPr lang="en-US" dirty="0"/>
          </a:p>
        </p:txBody>
      </p:sp>
      <p:sp>
        <p:nvSpPr>
          <p:cNvPr id="16" name="TextBox 15">
            <a:extLst>
              <a:ext uri="{FF2B5EF4-FFF2-40B4-BE49-F238E27FC236}">
                <a16:creationId xmlns:a16="http://schemas.microsoft.com/office/drawing/2014/main" id="{9E4B39B1-B474-7F9B-01A7-7DBE7662A360}"/>
              </a:ext>
            </a:extLst>
          </p:cNvPr>
          <p:cNvSpPr txBox="1"/>
          <p:nvPr/>
        </p:nvSpPr>
        <p:spPr>
          <a:xfrm>
            <a:off x="583474" y="1706880"/>
            <a:ext cx="5207726" cy="4478149"/>
          </a:xfrm>
          <a:prstGeom prst="rect">
            <a:avLst/>
          </a:prstGeom>
          <a:noFill/>
        </p:spPr>
        <p:txBody>
          <a:bodyPr wrap="square" rtlCol="0">
            <a:spAutoFit/>
          </a:bodyPr>
          <a:lstStyle/>
          <a:p>
            <a:pPr marL="285750" indent="-285750">
              <a:buFont typeface="Arial" panose="020B0604020202020204" pitchFamily="34" charset="0"/>
              <a:buChar char="•"/>
            </a:pPr>
            <a:r>
              <a:rPr lang="en-US" sz="1500" dirty="0">
                <a:solidFill>
                  <a:schemeClr val="bg1"/>
                </a:solidFill>
              </a:rPr>
              <a:t>The U.S. Department of Health and Human Services defines affordable childcare as </a:t>
            </a:r>
            <a:r>
              <a:rPr lang="en-US" sz="1500" b="1" dirty="0">
                <a:solidFill>
                  <a:schemeClr val="bg1"/>
                </a:solidFill>
              </a:rPr>
              <a:t>costing no more than 7% of a family’s income</a:t>
            </a:r>
            <a:r>
              <a:rPr lang="en-US" sz="1500" dirty="0">
                <a:solidFill>
                  <a:schemeClr val="bg1"/>
                </a:solidFill>
              </a:rPr>
              <a:t>. This threshold is meant to identify when childcare expenses begin to create financial strain. </a:t>
            </a:r>
          </a:p>
          <a:p>
            <a:pPr marL="285750" indent="-285750">
              <a:buFont typeface="Arial" panose="020B0604020202020204" pitchFamily="34" charset="0"/>
              <a:buChar char="•"/>
            </a:pPr>
            <a:r>
              <a:rPr lang="en-US" sz="1500" dirty="0">
                <a:solidFill>
                  <a:schemeClr val="bg1"/>
                </a:solidFill>
              </a:rPr>
              <a:t>Families spending above that share are considered child-care-burdened, often having to reduce work hours, delay employment, or compromise on other necessities to cover care costs. </a:t>
            </a:r>
          </a:p>
          <a:p>
            <a:pPr marL="285750" indent="-285750">
              <a:buFont typeface="Arial" panose="020B0604020202020204" pitchFamily="34" charset="0"/>
              <a:buChar char="•"/>
            </a:pPr>
            <a:r>
              <a:rPr lang="en-US" sz="1500" dirty="0">
                <a:solidFill>
                  <a:schemeClr val="bg1"/>
                </a:solidFill>
              </a:rPr>
              <a:t>High childcare costs don’t affect all families equally. Low-income, single-parent, and minority households spend a much larger share of income on childcare, often exceeding 15-20% of annual earnings. This forces difficult trade-offs: some parents leave the workforce entirely, while others turn to informal or unregulated care options.</a:t>
            </a:r>
          </a:p>
          <a:p>
            <a:pPr marL="285750" indent="-285750">
              <a:buFont typeface="Arial" panose="020B0604020202020204" pitchFamily="34" charset="0"/>
              <a:buChar char="•"/>
            </a:pPr>
            <a:r>
              <a:rPr lang="en-US" sz="1500" dirty="0">
                <a:solidFill>
                  <a:schemeClr val="bg1"/>
                </a:solidFill>
              </a:rPr>
              <a:t>Over time, these disparities compound wage gaps and reduce long-term earning potential, especially for mothers. Expanding affordable childcare access is, therefore, not only a family issue; it’s a matter of economic equity and workforce inclusion. </a:t>
            </a:r>
          </a:p>
        </p:txBody>
      </p:sp>
    </p:spTree>
    <p:extLst>
      <p:ext uri="{BB962C8B-B14F-4D97-AF65-F5344CB8AC3E}">
        <p14:creationId xmlns:p14="http://schemas.microsoft.com/office/powerpoint/2010/main" val="14496115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74C34E-31F4-A90C-1505-55CFAEC18C65}"/>
              </a:ext>
            </a:extLst>
          </p:cNvPr>
          <p:cNvSpPr>
            <a:spLocks noGrp="1"/>
          </p:cNvSpPr>
          <p:nvPr>
            <p:ph type="title"/>
          </p:nvPr>
        </p:nvSpPr>
        <p:spPr>
          <a:xfrm>
            <a:off x="371475" y="260351"/>
            <a:ext cx="11520487" cy="758824"/>
          </a:xfrm>
        </p:spPr>
        <p:txBody>
          <a:bodyPr anchor="ctr">
            <a:normAutofit/>
          </a:bodyPr>
          <a:lstStyle/>
          <a:p>
            <a:pPr algn="ctr"/>
            <a:r>
              <a:rPr lang="en-US" dirty="0"/>
              <a:t>Bridging the Childcare Affordability Gap</a:t>
            </a:r>
          </a:p>
        </p:txBody>
      </p:sp>
      <p:sp>
        <p:nvSpPr>
          <p:cNvPr id="9" name="Content Placeholder 2">
            <a:extLst>
              <a:ext uri="{FF2B5EF4-FFF2-40B4-BE49-F238E27FC236}">
                <a16:creationId xmlns:a16="http://schemas.microsoft.com/office/drawing/2014/main" id="{4B4865D3-B846-88E8-E867-DD9F68BE4BC4}"/>
              </a:ext>
            </a:extLst>
          </p:cNvPr>
          <p:cNvSpPr>
            <a:spLocks noGrp="1"/>
          </p:cNvSpPr>
          <p:nvPr>
            <p:ph idx="1"/>
          </p:nvPr>
        </p:nvSpPr>
        <p:spPr>
          <a:xfrm>
            <a:off x="371474" y="1233488"/>
            <a:ext cx="11520487" cy="4943475"/>
          </a:xfrm>
        </p:spPr>
        <p:txBody>
          <a:bodyPr/>
          <a:lstStyle/>
          <a:p>
            <a:r>
              <a:rPr lang="en-US" sz="2000" dirty="0"/>
              <a:t>Over the past decade, the data have made one fact clear: childcare in the U.S. is unaffordable for most working families. Parents spend 10-15% or more of their annual income on childcare, which is double the federal affordability benchmark of 7%. The burden is highest for families with infants, single parents, and households in low-income states, where wages fail to keep pace with the cost of care. </a:t>
            </a:r>
          </a:p>
          <a:p>
            <a:r>
              <a:rPr lang="en-US" sz="2000" dirty="0"/>
              <a:t>When families cannot afford reliable childcare, parents are forced to scale back work hours or leave the workforce entirely. This limits household earnings and widens the gender pay gap. </a:t>
            </a:r>
          </a:p>
          <a:p>
            <a:r>
              <a:rPr lang="en-US" sz="2000" dirty="0"/>
              <a:t>To close the gap, policymakers can expand childcare subsidies and tax credits to better align with modern market rates and the cost of living. </a:t>
            </a:r>
          </a:p>
          <a:p>
            <a:r>
              <a:rPr lang="en-US" sz="2000" dirty="0"/>
              <a:t>Increasing public investment in early childhood education through partnerships, grants, and employer incentives can also help. </a:t>
            </a:r>
          </a:p>
          <a:p>
            <a:r>
              <a:rPr lang="en-US" sz="2000" dirty="0"/>
              <a:t>Policymakers need to promote transparency in childcare pricing data and affordability metrics to guide state-level reforms.</a:t>
            </a:r>
          </a:p>
          <a:p>
            <a:r>
              <a:rPr lang="en-US" sz="2000" dirty="0"/>
              <a:t>The evidence is clear: without intervention, childcare costs will continue to rise faster than income growth, pricing families out of opportunity. Investing in childcare affordability is not a cost; it's an economic strategy that strengthens families, boosts workforce participation, and drives long-term growth. </a:t>
            </a:r>
          </a:p>
          <a:p>
            <a:pPr marL="0" indent="0">
              <a:buNone/>
            </a:pPr>
            <a:endParaRPr lang="en-US" sz="2000" dirty="0"/>
          </a:p>
          <a:p>
            <a:pPr marL="0" indent="0">
              <a:buNone/>
            </a:pPr>
            <a:endParaRPr lang="en-US" dirty="0"/>
          </a:p>
          <a:p>
            <a:pPr marL="0" indent="0">
              <a:buNone/>
            </a:pPr>
            <a:endParaRPr lang="en-US" dirty="0"/>
          </a:p>
        </p:txBody>
      </p:sp>
      <p:sp>
        <p:nvSpPr>
          <p:cNvPr id="4" name="Slide Number Placeholder 3">
            <a:extLst>
              <a:ext uri="{FF2B5EF4-FFF2-40B4-BE49-F238E27FC236}">
                <a16:creationId xmlns:a16="http://schemas.microsoft.com/office/drawing/2014/main" id="{09773417-FBA3-F9F5-C11C-9F448AC86EFC}"/>
              </a:ext>
            </a:extLst>
          </p:cNvPr>
          <p:cNvSpPr>
            <a:spLocks noGrp="1"/>
          </p:cNvSpPr>
          <p:nvPr>
            <p:ph type="sldNum" sz="quarter" idx="12"/>
          </p:nvPr>
        </p:nvSpPr>
        <p:spPr>
          <a:xfrm>
            <a:off x="11518900" y="6581978"/>
            <a:ext cx="373062" cy="206104"/>
          </a:xfrm>
        </p:spPr>
        <p:txBody>
          <a:bodyPr anchor="ctr">
            <a:normAutofit/>
          </a:bodyPr>
          <a:lstStyle/>
          <a:p>
            <a:pPr>
              <a:lnSpc>
                <a:spcPct val="90000"/>
              </a:lnSpc>
              <a:spcAft>
                <a:spcPts val="600"/>
              </a:spcAft>
            </a:pPr>
            <a:fld id="{03DC2DEF-D2FE-4B45-ABA4-9F153FD1C98A}" type="slidenum">
              <a:rPr lang="en-US" sz="800" smtClean="0"/>
              <a:pPr>
                <a:lnSpc>
                  <a:spcPct val="90000"/>
                </a:lnSpc>
                <a:spcAft>
                  <a:spcPts val="600"/>
                </a:spcAft>
              </a:pPr>
              <a:t>8</a:t>
            </a:fld>
            <a:endParaRPr lang="en-US" sz="800"/>
          </a:p>
        </p:txBody>
      </p:sp>
    </p:spTree>
    <p:extLst>
      <p:ext uri="{BB962C8B-B14F-4D97-AF65-F5344CB8AC3E}">
        <p14:creationId xmlns:p14="http://schemas.microsoft.com/office/powerpoint/2010/main" val="36986089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2F8E5BC1-257F-4CA0-A14D-8A76F6198211}"/>
              </a:ext>
            </a:extLst>
          </p:cNvPr>
          <p:cNvSpPr>
            <a:spLocks noGrp="1"/>
          </p:cNvSpPr>
          <p:nvPr>
            <p:ph type="title"/>
          </p:nvPr>
        </p:nvSpPr>
        <p:spPr/>
        <p:txBody>
          <a:bodyPr/>
          <a:lstStyle/>
          <a:p>
            <a:r>
              <a:rPr lang="en-US" dirty="0"/>
              <a:t>Sources </a:t>
            </a:r>
          </a:p>
        </p:txBody>
      </p:sp>
      <p:sp>
        <p:nvSpPr>
          <p:cNvPr id="3" name="Slide Number Placeholder 2">
            <a:extLst>
              <a:ext uri="{FF2B5EF4-FFF2-40B4-BE49-F238E27FC236}">
                <a16:creationId xmlns:a16="http://schemas.microsoft.com/office/drawing/2014/main" id="{CE84475F-A218-40AD-91D5-2A42073651D9}"/>
              </a:ext>
            </a:extLst>
          </p:cNvPr>
          <p:cNvSpPr>
            <a:spLocks noGrp="1"/>
          </p:cNvSpPr>
          <p:nvPr>
            <p:ph type="sldNum" sz="quarter" idx="12"/>
          </p:nvPr>
        </p:nvSpPr>
        <p:spPr/>
        <p:txBody>
          <a:bodyPr/>
          <a:lstStyle/>
          <a:p>
            <a:fld id="{03DC2DEF-D2FE-4B45-ABA4-9F153FD1C98A}" type="slidenum">
              <a:rPr lang="en-US" smtClean="0"/>
              <a:t>9</a:t>
            </a:fld>
            <a:endParaRPr lang="en-US" dirty="0"/>
          </a:p>
        </p:txBody>
      </p:sp>
      <p:sp>
        <p:nvSpPr>
          <p:cNvPr id="5" name="TextBox 4">
            <a:extLst>
              <a:ext uri="{FF2B5EF4-FFF2-40B4-BE49-F238E27FC236}">
                <a16:creationId xmlns:a16="http://schemas.microsoft.com/office/drawing/2014/main" id="{B8D983F9-AF46-AACA-A9C3-6DBA960C057A}"/>
              </a:ext>
            </a:extLst>
          </p:cNvPr>
          <p:cNvSpPr txBox="1"/>
          <p:nvPr/>
        </p:nvSpPr>
        <p:spPr>
          <a:xfrm>
            <a:off x="371475" y="1236617"/>
            <a:ext cx="11520487" cy="2585323"/>
          </a:xfrm>
          <a:prstGeom prst="rect">
            <a:avLst/>
          </a:prstGeom>
          <a:noFill/>
        </p:spPr>
        <p:txBody>
          <a:bodyPr wrap="square" rtlCol="0">
            <a:spAutoFit/>
          </a:bodyPr>
          <a:lstStyle/>
          <a:p>
            <a:pPr marL="285750" indent="-285750">
              <a:buFont typeface="Arial" panose="020B0604020202020204" pitchFamily="34" charset="0"/>
              <a:buChar char="•"/>
            </a:pPr>
            <a:r>
              <a:rPr lang="en-US" dirty="0"/>
              <a:t>Department of Health and Human Services. (2024, March 1). </a:t>
            </a:r>
            <a:r>
              <a:rPr lang="en-US" i="1" dirty="0"/>
              <a:t>Improving child care access, affordability, and stability in the Child Care and Development Fund (CCDF) </a:t>
            </a:r>
            <a:r>
              <a:rPr lang="en-US" dirty="0"/>
              <a:t>(Final Rule No.2024-04139) [Regulation]. </a:t>
            </a:r>
            <a:r>
              <a:rPr lang="en-US" i="1" dirty="0"/>
              <a:t>Federal Register</a:t>
            </a:r>
            <a:r>
              <a:rPr lang="en-US" dirty="0"/>
              <a:t>, 89, 15366-15417. </a:t>
            </a:r>
            <a:r>
              <a:rPr lang="en-US" u="sng" dirty="0">
                <a:hlinkClick r:id="rId2"/>
              </a:rPr>
              <a:t>https://www.federalregister.gov/documents/2024/03/01/2024-04139/improving-child-care-access-affordability-and-stability-in-the-child-care-and-development-fund-ccdf</a:t>
            </a:r>
            <a:endParaRPr lang="en-US" dirty="0"/>
          </a:p>
          <a:p>
            <a:pPr marL="285750" indent="-285750">
              <a:buFont typeface="Arial" panose="020B0604020202020204" pitchFamily="34" charset="0"/>
              <a:buChar char="•"/>
            </a:pPr>
            <a:r>
              <a:rPr lang="en-US" dirty="0"/>
              <a:t>Women’s Bureau, U.S. Department of Labor. (2020, October). </a:t>
            </a:r>
            <a:r>
              <a:rPr lang="en-US" i="1" dirty="0"/>
              <a:t>National Database of Childcare Prices: Technical Report </a:t>
            </a:r>
            <a:r>
              <a:rPr lang="en-US" dirty="0"/>
              <a:t>[Report]. U.S. Department of Labor. https://www.dol.gov/agencies/wb/topics/featured-childcare</a:t>
            </a:r>
          </a:p>
          <a:p>
            <a:pPr marL="285750" indent="-285750">
              <a:buFont typeface="Arial" panose="020B0604020202020204" pitchFamily="34" charset="0"/>
              <a:buChar char="•"/>
            </a:pPr>
            <a:r>
              <a:rPr lang="en-US" dirty="0">
                <a:hlinkClick r:id="rId3"/>
              </a:rPr>
              <a:t>https://www2.census.gov/library/working-papers/2025/adrm/ces/CES-WP-25-25.pdf</a:t>
            </a:r>
            <a:endParaRPr lang="en-US" dirty="0"/>
          </a:p>
          <a:p>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2971040159"/>
      </p:ext>
    </p:extLst>
  </p:cSld>
  <p:clrMapOvr>
    <a:masterClrMapping/>
  </p:clrMapOvr>
</p:sld>
</file>

<file path=ppt/theme/theme1.xml><?xml version="1.0" encoding="utf-8"?>
<a:theme xmlns:a="http://schemas.openxmlformats.org/drawingml/2006/main" name="Office Theme">
  <a:themeElements>
    <a:clrScheme name="MSFT_Color_1">
      <a:dk1>
        <a:srgbClr val="32363F"/>
      </a:dk1>
      <a:lt1>
        <a:sysClr val="window" lastClr="FFFFFF"/>
      </a:lt1>
      <a:dk2>
        <a:srgbClr val="313C41"/>
      </a:dk2>
      <a:lt2>
        <a:srgbClr val="FFFFFF"/>
      </a:lt2>
      <a:accent1>
        <a:srgbClr val="2C85AE"/>
      </a:accent1>
      <a:accent2>
        <a:srgbClr val="5E5CA2"/>
      </a:accent2>
      <a:accent3>
        <a:srgbClr val="5268A5"/>
      </a:accent3>
      <a:accent4>
        <a:srgbClr val="4276AA"/>
      </a:accent4>
      <a:accent5>
        <a:srgbClr val="1891AB"/>
      </a:accent5>
      <a:accent6>
        <a:srgbClr val="00A09D"/>
      </a:accent6>
      <a:hlink>
        <a:srgbClr val="2C85AE"/>
      </a:hlink>
      <a:folHlink>
        <a:srgbClr val="00A09D"/>
      </a:folHlink>
    </a:clrScheme>
    <a:fontScheme name="MSFT_Font">
      <a:majorFont>
        <a:latin typeface="Calibri"/>
        <a:ea typeface=""/>
        <a:cs typeface=""/>
      </a:majorFont>
      <a:minorFont>
        <a:latin typeface="Calibr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 title goes here" id="{A4715F0E-2373-46DF-8650-9CD6D2E73FF4}" vid="{7AE24D49-249C-4823-B15D-D301F3E6335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cfa792cf-7768-4341-8857-81754c2afa1f}" enabled="0" method="" siteId="{cfa792cf-7768-4341-8857-81754c2afa1f}" removed="1"/>
</clbl:labelList>
</file>

<file path=docProps/app.xml><?xml version="1.0" encoding="utf-8"?>
<Properties xmlns="http://schemas.openxmlformats.org/officeDocument/2006/extended-properties" xmlns:vt="http://schemas.openxmlformats.org/officeDocument/2006/docPropsVTypes">
  <Template>Classic bold block presentation</Template>
  <TotalTime>197</TotalTime>
  <Words>886</Words>
  <Application>Microsoft Office PowerPoint</Application>
  <PresentationFormat>Widescreen</PresentationFormat>
  <Paragraphs>47</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Calibri Light</vt:lpstr>
      <vt:lpstr>Office Theme</vt:lpstr>
      <vt:lpstr>The Price of Care: Understanding America’s Childcare Affordability Crisis</vt:lpstr>
      <vt:lpstr>Average Childcare Cost Over Time </vt:lpstr>
      <vt:lpstr>Most Expensive States for Child Care</vt:lpstr>
      <vt:lpstr>Most Expensive States for 2018</vt:lpstr>
      <vt:lpstr>Workforce Participation vs Childcare Costs</vt:lpstr>
      <vt:lpstr>Unemployment vs Childcare Costs </vt:lpstr>
      <vt:lpstr>National Burden of Childcare</vt:lpstr>
      <vt:lpstr>Bridging the Childcare Affordability Gap</vt:lpstr>
      <vt:lpstr>Sources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Joanna Sierra-Mendoza</dc:creator>
  <cp:lastModifiedBy>Joanna Sierra-Mendoza</cp:lastModifiedBy>
  <cp:revision>1</cp:revision>
  <dcterms:created xsi:type="dcterms:W3CDTF">2025-10-20T00:12:44Z</dcterms:created>
  <dcterms:modified xsi:type="dcterms:W3CDTF">2025-10-20T03:30:33Z</dcterms:modified>
</cp:coreProperties>
</file>